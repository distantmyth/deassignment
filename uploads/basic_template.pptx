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4E016-EFFC-456B-9C24-9916A4908C2E}" v="1" dt="2026-06-01T16:41:39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395357C0-6E0D-46EB-9F8F-43803F348F2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0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9C35-F31B-4EAB-A4E6-687A6384431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AFFBF3-C898-85FC-D25A-592E29515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0023 w 12192000"/>
              <a:gd name="connsiteY0" fmla="*/ 505353 h 6858000"/>
              <a:gd name="connsiteX1" fmla="*/ 510023 w 12192000"/>
              <a:gd name="connsiteY1" fmla="*/ 6352647 h 6858000"/>
              <a:gd name="connsiteX2" fmla="*/ 5415398 w 12192000"/>
              <a:gd name="connsiteY2" fmla="*/ 6352647 h 6858000"/>
              <a:gd name="connsiteX3" fmla="*/ 5415398 w 12192000"/>
              <a:gd name="connsiteY3" fmla="*/ 50535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10023" y="505353"/>
                </a:moveTo>
                <a:lnTo>
                  <a:pt x="510023" y="6352647"/>
                </a:lnTo>
                <a:lnTo>
                  <a:pt x="5415398" y="6352647"/>
                </a:lnTo>
                <a:lnTo>
                  <a:pt x="5415398" y="50535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effectLst>
            <a:innerShdw blurRad="215900" dist="25400" dir="13500000">
              <a:prstClr val="black">
                <a:alpha val="15000"/>
              </a:prstClr>
            </a:inn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97" y="1136691"/>
            <a:ext cx="4135970" cy="3038878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093" y="5282217"/>
            <a:ext cx="4136599" cy="94714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3877552" cy="365125"/>
          </a:xfrm>
        </p:spPr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AD51419-3F0D-4A1E-BC8B-A018756B4625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944438" y="5162641"/>
            <a:ext cx="403082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BEF2C1-7030-5074-0586-5EBAF7D59A33}"/>
              </a:ext>
            </a:extLst>
          </p:cNvPr>
          <p:cNvCxnSpPr>
            <a:cxnSpLocks/>
          </p:cNvCxnSpPr>
          <p:nvPr/>
        </p:nvCxnSpPr>
        <p:spPr>
          <a:xfrm>
            <a:off x="944438" y="904533"/>
            <a:ext cx="403697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70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DB416C6F-BD23-48A3-9D04-6B6FEC3702B5}" type="datetime1">
              <a:rPr lang="en-US" smtClean="0"/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8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01" y="5056743"/>
            <a:ext cx="11339400" cy="96690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309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2" y="5979576"/>
            <a:ext cx="11339400" cy="36512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56503-7989-932D-DE04-B424AC0B9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E99C9-C336-E83E-56A6-D68659547C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35F28A-0986-4E7B-B35D-341D39FBD191}" type="datetime1">
              <a:rPr lang="en-US" smtClean="0"/>
              <a:t>6/1/2026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7A77FC-B384-BD30-0961-237F594F20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83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38" y="398050"/>
            <a:ext cx="9635668" cy="36713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22" y="5669280"/>
            <a:ext cx="9620300" cy="75680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86BE-81E0-4285-A95D-6934CDF6209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EBC7DB-A84C-6AE6-0446-4E466A133069}"/>
              </a:ext>
            </a:extLst>
          </p:cNvPr>
          <p:cNvCxnSpPr>
            <a:cxnSpLocks/>
          </p:cNvCxnSpPr>
          <p:nvPr/>
        </p:nvCxnSpPr>
        <p:spPr>
          <a:xfrm>
            <a:off x="530352" y="5498461"/>
            <a:ext cx="11124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4E07-DAE2-4D6D-BDD9-1CE7637F446D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52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5283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57" y="5184425"/>
            <a:ext cx="10575756" cy="115322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1D259D-9AB9-44BA-8FCD-FE201F91B5A0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7982C-A325-8307-2486-3AD646261E04}"/>
              </a:ext>
            </a:extLst>
          </p:cNvPr>
          <p:cNvCxnSpPr>
            <a:cxnSpLocks/>
          </p:cNvCxnSpPr>
          <p:nvPr/>
        </p:nvCxnSpPr>
        <p:spPr>
          <a:xfrm>
            <a:off x="533400" y="533538"/>
            <a:ext cx="11127005" cy="0"/>
          </a:xfrm>
          <a:prstGeom prst="line">
            <a:avLst/>
          </a:prstGeom>
          <a:ln w="603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2859D-9F11-5594-CFD3-C5FDE18CACB3}"/>
              </a:ext>
            </a:extLst>
          </p:cNvPr>
          <p:cNvCxnSpPr>
            <a:cxnSpLocks/>
          </p:cNvCxnSpPr>
          <p:nvPr/>
        </p:nvCxnSpPr>
        <p:spPr>
          <a:xfrm>
            <a:off x="533400" y="5169248"/>
            <a:ext cx="111270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0AD802-2887-3310-1453-789DB76F58DF}"/>
              </a:ext>
            </a:extLst>
          </p:cNvPr>
          <p:cNvCxnSpPr>
            <a:cxnSpLocks/>
          </p:cNvCxnSpPr>
          <p:nvPr/>
        </p:nvCxnSpPr>
        <p:spPr>
          <a:xfrm>
            <a:off x="533400" y="6330811"/>
            <a:ext cx="1111994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70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EB0658-C877-4D58-A83B-07BEE0E4C7B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54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56F1-F5E2-4ED8-9ED2-B4DCC32FE4B1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87333073-65C1-4CC7-BBE7-8F5A3AFB183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4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380188"/>
            <a:ext cx="4688732" cy="2313195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E6BFF2B7-0DC8-E068-0F08-D1CF291F8E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04136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3363190"/>
            <a:ext cx="6029721" cy="2759316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72102-C255-4B2E-9A7E-2603C5FAD6D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981961-B802-677C-4957-E24CA14D5E6D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67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07B931-214A-9578-5A7A-FDEB9ADB5080}"/>
              </a:ext>
            </a:extLst>
          </p:cNvPr>
          <p:cNvCxnSpPr>
            <a:cxnSpLocks/>
          </p:cNvCxnSpPr>
          <p:nvPr/>
        </p:nvCxnSpPr>
        <p:spPr>
          <a:xfrm>
            <a:off x="3751277" y="2791386"/>
            <a:ext cx="4689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862" y="1429789"/>
            <a:ext cx="5090277" cy="119671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80" y="2999629"/>
            <a:ext cx="4838241" cy="219582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0A7D6-92E1-4CDF-BD2F-79F298197135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89" y="1673352"/>
            <a:ext cx="3360352" cy="2324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673352"/>
            <a:ext cx="5785132" cy="2918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E3B3-6EA8-4914-BDAC-89234BD2AD09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45987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9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8EB-6AF5-4207-A153-D1AA963F0AC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77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694944"/>
            <a:ext cx="3334120" cy="273405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694943"/>
            <a:ext cx="7439421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16614-595C-443F-AE20-86D2AC6A0013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67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6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C8A85-8FD1-45F0-99DE-E338DC5235BC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4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433576"/>
            <a:ext cx="3263496" cy="282143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946" y="694944"/>
            <a:ext cx="7358769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DEB38-22AD-484B-BEB1-12B18D8CEE6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0E8417-C758-AC09-72D4-D07CE8D5D1EB}"/>
              </a:ext>
            </a:extLst>
          </p:cNvPr>
          <p:cNvCxnSpPr>
            <a:cxnSpLocks/>
          </p:cNvCxnSpPr>
          <p:nvPr/>
        </p:nvCxnSpPr>
        <p:spPr>
          <a:xfrm>
            <a:off x="4347151" y="528489"/>
            <a:ext cx="732660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2DDA-91DD-4B15-B0D6-0E3634C6CC2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2" y="691868"/>
            <a:ext cx="5593338" cy="11573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" y="2010699"/>
            <a:ext cx="5577972" cy="433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3200" y="533400"/>
            <a:ext cx="5105400" cy="57912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B7B5-5BBE-40BC-B471-E2BA9D71AA0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8028" y="530352"/>
            <a:ext cx="54948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81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7E7C-B760-45A7-AB98-EEAB39EBFFA9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81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C4680711-5BFA-4199-BAD0-B0C15B04A070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93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97" y="691868"/>
            <a:ext cx="4660247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6029286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497" y="2211184"/>
            <a:ext cx="4660247" cy="4113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332B-92F1-4946-B218-9926114AAEA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7095744" y="530921"/>
            <a:ext cx="456285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8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30AA-266B-4EED-8F37-1EEA7BB3679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73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70866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065" y="2170611"/>
            <a:ext cx="3628786" cy="416237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29813" y="6426091"/>
            <a:ext cx="3144025" cy="365125"/>
          </a:xfrm>
        </p:spPr>
        <p:txBody>
          <a:bodyPr/>
          <a:lstStyle/>
          <a:p>
            <a:fld id="{A2E4BA8A-8D99-4942-A6AE-3429BB81C9B0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8153400" y="1892587"/>
            <a:ext cx="350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35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B8B90-98AD-44EA-88CB-87E0482D47C5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9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72E3CE-9562-4779-875D-570AC5656D0F}" type="datetime1">
              <a:rPr lang="en-US" smtClean="0"/>
              <a:t>6/1/2026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0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91866"/>
            <a:ext cx="3448141" cy="2247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0353"/>
            <a:ext cx="7239000" cy="40191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470" y="4735286"/>
            <a:ext cx="7239000" cy="142487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8B86-78FA-4747-9401-2399B189334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0274" y="530352"/>
            <a:ext cx="335412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6367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39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6" y="691866"/>
            <a:ext cx="3540062" cy="2247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3400"/>
            <a:ext cx="7239000" cy="315745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33645"/>
            <a:ext cx="7261323" cy="238211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C63D-CDB3-4317-A945-BF72F7BF98EB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3400" y="530352"/>
            <a:ext cx="33528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4542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4D8D45-8224-ED36-94DF-FAE863F412D1}"/>
              </a:ext>
            </a:extLst>
          </p:cNvPr>
          <p:cNvCxnSpPr>
            <a:cxnSpLocks/>
          </p:cNvCxnSpPr>
          <p:nvPr/>
        </p:nvCxnSpPr>
        <p:spPr>
          <a:xfrm>
            <a:off x="5013762" y="1892587"/>
            <a:ext cx="65440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FEA0-B839-4598-B2DD-445068A8396C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3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910560"/>
            <a:ext cx="3472256" cy="20176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11125201" cy="31090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12655"/>
            <a:ext cx="7239000" cy="240739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24032-45C2-4C36-A7D1-3A3BD65AF0CF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60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00185"/>
            <a:ext cx="3473587" cy="18153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1" y="702280"/>
            <a:ext cx="7239000" cy="22409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3205927"/>
            <a:ext cx="11125200" cy="311867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7000" sy="97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7178-055F-49DC-969F-AB374B7A575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9BF7A8-7F92-8C69-89EE-92496D80C1C2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4398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0352" y="1720219"/>
            <a:ext cx="6022848" cy="46043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0" y="1623629"/>
            <a:ext cx="4557340" cy="4706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BAA5E08-9FB8-6BC2-0794-A92E1336B9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9C0A-5C58-B9A1-EDD9-43A971A8D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436D6D-18C4-497A-81D8-87B6E0BF7395}" type="datetime1">
              <a:rPr lang="en-US" smtClean="0"/>
              <a:t>6/1/2026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8A4CD6-C6D7-317B-80FA-CA83089B0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530352" y="1353312"/>
            <a:ext cx="1114187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033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585B-D50B-46C7-90D5-F8C248FB96B3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A9687D-6191-4AD9-82A2-1B737232915B}" type="datetime1">
              <a:rPr lang="en-US" smtClean="0"/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63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2E741A-92DD-45DF-8212-2D8EB227508B}" type="datetime1">
              <a:rPr lang="en-US" smtClean="0"/>
              <a:t>6/1/2026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729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684675"/>
            <a:ext cx="11159163" cy="422967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7B8847-6473-457E-E96C-6389E7059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97385FA-3FF0-FCCA-55E3-8E053BA2CA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8E84-C221-42E2-A88F-FC6CBC7F05E7}" type="datetime1">
              <a:rPr lang="en-US" smtClean="0"/>
              <a:t>6/1/2026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2B5E7B-6D54-E7B9-4307-C655E0BCAB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8597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3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1577" y="1673353"/>
            <a:ext cx="3287023" cy="35108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lang="en-US" sz="2800" cap="none" baseline="0" dirty="0">
                <a:latin typeface="+mn-lt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59" y="1328272"/>
            <a:ext cx="7445950" cy="416965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237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l">
              <a:lnSpc>
                <a:spcPct val="110000"/>
              </a:lnSpc>
              <a:buNone/>
              <a:defRPr sz="2400" cap="none" baseline="0">
                <a:solidFill>
                  <a:schemeClr val="bg1"/>
                </a:solidFill>
              </a:defRPr>
            </a:lvl2pPr>
            <a:lvl3pPr marL="457200" indent="0" algn="l">
              <a:lnSpc>
                <a:spcPct val="110000"/>
              </a:lnSpc>
              <a:buNone/>
              <a:defRPr sz="2000" cap="none" baseline="0">
                <a:solidFill>
                  <a:schemeClr val="bg1"/>
                </a:solidFill>
              </a:defRPr>
            </a:lvl3pPr>
            <a:lvl4pPr marL="685800" indent="0" algn="l">
              <a:lnSpc>
                <a:spcPct val="110000"/>
              </a:lnSpc>
              <a:buNone/>
              <a:defRPr sz="1800" cap="none" baseline="0">
                <a:solidFill>
                  <a:schemeClr val="bg1"/>
                </a:solidFill>
              </a:defRPr>
            </a:lvl4pPr>
            <a:lvl5pPr marL="914400" indent="0" algn="l">
              <a:lnSpc>
                <a:spcPct val="110000"/>
              </a:lnSpc>
              <a:buNone/>
              <a:defRPr sz="160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459C9-E9DA-926C-F0C0-5EEDE69607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1D02E87-8057-8AC7-6F57-2066BA1BC9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4DFD6AF-0F92-4F71-9576-F6847C4CFE31}" type="datetime1">
              <a:rPr lang="en-US" smtClean="0"/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EFA3D8-21DC-0E04-B4E7-4C502496DF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26DA2D-1FAE-447C-839B-22F6F0CB343E}"/>
              </a:ext>
            </a:extLst>
          </p:cNvPr>
          <p:cNvCxnSpPr>
            <a:cxnSpLocks/>
          </p:cNvCxnSpPr>
          <p:nvPr/>
        </p:nvCxnSpPr>
        <p:spPr>
          <a:xfrm>
            <a:off x="516418" y="1198471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FD6543-37F0-7721-32E4-3B3C905CC66D}"/>
              </a:ext>
            </a:extLst>
          </p:cNvPr>
          <p:cNvCxnSpPr>
            <a:cxnSpLocks/>
          </p:cNvCxnSpPr>
          <p:nvPr/>
        </p:nvCxnSpPr>
        <p:spPr>
          <a:xfrm>
            <a:off x="530352" y="5638290"/>
            <a:ext cx="1114924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0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8211E3-7798-4C1B-A8B7-1D4CC8744C3E}" type="datetime1">
              <a:rPr lang="en-US" smtClean="0"/>
              <a:t>6/1/2026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96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0415" y="717754"/>
            <a:ext cx="10758791" cy="545815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7200" b="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lnSpc>
                <a:spcPct val="90000"/>
              </a:lnSpc>
              <a:spcBef>
                <a:spcPts val="1000"/>
              </a:spcBef>
              <a:buNone/>
              <a:defRPr lang="en-US" sz="6600" b="0" cap="all" baseline="0" dirty="0">
                <a:solidFill>
                  <a:schemeClr val="accent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5pPr>
          </a:lstStyle>
          <a:p>
            <a:pPr marL="228600" lvl="0" indent="-22860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9B1FA-A3A2-4EEE-AC52-74345FF796E0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21C58F-32A5-353B-47A2-C43DAAB8F25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70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490" y="1828806"/>
            <a:ext cx="9291020" cy="313256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accent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E27F-4DA4-4250-AB3F-755F95A702F0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661B65-925C-C474-4671-6B5CBEB80093}"/>
              </a:ext>
            </a:extLst>
          </p:cNvPr>
          <p:cNvCxnSpPr>
            <a:cxnSpLocks/>
          </p:cNvCxnSpPr>
          <p:nvPr/>
        </p:nvCxnSpPr>
        <p:spPr>
          <a:xfrm>
            <a:off x="1405629" y="1164266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AEB70E-85D7-3389-E0B5-B0953E3D035D}"/>
              </a:ext>
            </a:extLst>
          </p:cNvPr>
          <p:cNvCxnSpPr>
            <a:cxnSpLocks/>
          </p:cNvCxnSpPr>
          <p:nvPr/>
        </p:nvCxnSpPr>
        <p:spPr>
          <a:xfrm>
            <a:off x="1399690" y="569373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22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1718C3-C21D-4CB2-9429-434651DA51E0}" type="datetime1">
              <a:rPr lang="en-US" smtClean="0"/>
              <a:t>6/1/2026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1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5422793"/>
            <a:ext cx="8849802" cy="76332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47" y="364321"/>
            <a:ext cx="8983395" cy="437997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buNone/>
              <a:defRPr sz="5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 sz="1600" b="0" cap="all" spc="50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buNone/>
              <a:defRPr sz="1400" b="0" cap="all" spc="50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buNone/>
              <a:defRPr sz="1200" b="0" cap="all" spc="50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buNone/>
              <a:defRPr sz="1100" b="0" cap="all" spc="50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73913-DF3D-A336-7766-2F2A4077FA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2574524-6D35-F65F-291D-C661BC2839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484BAB-BC70-496F-BE5F-77C3800258C1}" type="datetime1">
              <a:rPr lang="en-US" smtClean="0"/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1DEE08-81D7-3436-67E0-35E4159750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30352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2847D-BCD1-DEA8-DC65-258A4946768E}"/>
              </a:ext>
            </a:extLst>
          </p:cNvPr>
          <p:cNvCxnSpPr>
            <a:cxnSpLocks/>
          </p:cNvCxnSpPr>
          <p:nvPr/>
        </p:nvCxnSpPr>
        <p:spPr>
          <a:xfrm>
            <a:off x="530352" y="6326367"/>
            <a:ext cx="1115568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07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0302" y="5345083"/>
            <a:ext cx="10243537" cy="847899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10000"/>
              </a:lnSpc>
              <a:defRPr sz="18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303" y="951364"/>
            <a:ext cx="10243536" cy="37943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 b="0" cap="all" spc="50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940F-B015-464A-92BD-FC8709C093C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050A9D-B7C5-F464-79AD-0740B311B072}"/>
              </a:ext>
            </a:extLst>
          </p:cNvPr>
          <p:cNvCxnSpPr>
            <a:cxnSpLocks/>
          </p:cNvCxnSpPr>
          <p:nvPr/>
        </p:nvCxnSpPr>
        <p:spPr>
          <a:xfrm>
            <a:off x="524909" y="533400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16418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BEE7C-4A94-0B15-16EB-46B45E9C057E}"/>
              </a:ext>
            </a:extLst>
          </p:cNvPr>
          <p:cNvCxnSpPr>
            <a:cxnSpLocks/>
          </p:cNvCxnSpPr>
          <p:nvPr/>
        </p:nvCxnSpPr>
        <p:spPr>
          <a:xfrm>
            <a:off x="507928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88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30743"/>
            <a:ext cx="9472473" cy="70408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1081377"/>
            <a:ext cx="9413534" cy="35971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tx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023-0583-4B96-882C-68D22DCD46B6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D77A43-F5D0-235F-35F0-CBDFCF04876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577989-BB5F-9AF1-A65F-3B2D0FDB6368}"/>
              </a:ext>
            </a:extLst>
          </p:cNvPr>
          <p:cNvCxnSpPr>
            <a:cxnSpLocks/>
          </p:cNvCxnSpPr>
          <p:nvPr/>
        </p:nvCxnSpPr>
        <p:spPr>
          <a:xfrm>
            <a:off x="530352" y="518063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66E7AB-929A-6900-35D9-F1C66399874C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1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A9F1-814E-44B0-83E3-9DA02F3C243F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39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5078-AEDD-4B5A-AC6A-C8F87F9646E7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013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758D-8EE6-4CC5-A170-BE9501D7BCF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B484E-FEE6-4572-A5E5-40AFA2254CF8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9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36" y="694943"/>
            <a:ext cx="3915473" cy="132588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72" y="2057400"/>
            <a:ext cx="3932237" cy="4176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4943"/>
            <a:ext cx="6483096" cy="55393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C195-9048-4969-9920-6939BE28AE8D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5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694944"/>
            <a:ext cx="3526816" cy="171182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389" y="2508261"/>
            <a:ext cx="3520528" cy="372794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600" y="533400"/>
            <a:ext cx="72390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6180-3A1B-4424-AB9F-671C4EBC0A2E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4215D5-0C4C-2E49-3A06-C65652576A64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35037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75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2330-A382-475A-8519-6A39191EC88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52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DC0D-99C6-4F09-90C7-C0EC6E2F0A06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05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ECD290D4-E5CF-428F-801F-3741FA4FB79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7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DAFD-8F1E-4112-BC38-0AB3B391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1C357-0247-6205-7A55-6F56C1CD3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10" name="Picture Placeholder 9" descr="A bridge over water with rocks and a sandy beach&#10;&#10;AI-generated content may be incorrect.">
            <a:extLst>
              <a:ext uri="{FF2B5EF4-FFF2-40B4-BE49-F238E27FC236}">
                <a16:creationId xmlns:a16="http://schemas.microsoft.com/office/drawing/2014/main" id="{922DFC6F-D316-1A06-90C5-87AC1F2836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2928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D0DF-F7D1-2047-467E-C87AF84B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CC7D-CB93-176F-A0EE-6A28BFAE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06984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656B2F94-71EE-4F5F-8AB6-423A33239BAD}" vid="{CD481196-1649-4740-8CB7-70D8662C6A2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EA6ECCF-1C9D-4352-BA6F-7912216595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DFC564-B38B-4437-B10C-2B4F696FB1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51039-0B1C-45AD-BDF3-E784F1E00F4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Lines</vt:lpstr>
      <vt:lpstr>Presentation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2026-06-01T16:41:25Z</dcterms:created>
  <dcterms:modified xsi:type="dcterms:W3CDTF">2026-06-01T16:42:03Z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