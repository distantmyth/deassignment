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E4E016-EFFC-456B-9C24-9916A4908C2E}" v="1" dt="2026-06-01T16:41:39.639"/>
    <p1510:client id="{711ECE26-EEF7-4FE9-980E-31764A741CA1}" v="3" dt="2026-06-02T10:44:24.6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>
      <p:cViewPr varScale="1">
        <p:scale>
          <a:sx n="96" d="100"/>
          <a:sy n="96" d="100"/>
        </p:scale>
        <p:origin x="1152" y="31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731407"/>
            <a:ext cx="6480450" cy="3038878"/>
          </a:xfrm>
        </p:spPr>
        <p:txBody>
          <a:bodyPr anchor="t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79075-DF30-526B-9548-3F9D7EF9F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315" y="5264528"/>
            <a:ext cx="6577526" cy="1001354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80" y="6426091"/>
            <a:ext cx="4357544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32188" y="6426091"/>
            <a:ext cx="1431447" cy="365125"/>
          </a:xfrm>
        </p:spPr>
        <p:txBody>
          <a:bodyPr/>
          <a:lstStyle/>
          <a:p>
            <a:fld id="{395357C0-6E0D-46EB-9F8F-43803F348F24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382685" y="6426091"/>
            <a:ext cx="603114" cy="365125"/>
          </a:xfrm>
        </p:spPr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D3F2A15-2C96-2533-3F11-3EFA30B567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20000" y="0"/>
            <a:ext cx="4571999" cy="6858000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22CE8C-DC47-AF8A-A37E-C04D364B8D63}"/>
              </a:ext>
            </a:extLst>
          </p:cNvPr>
          <p:cNvCxnSpPr>
            <a:cxnSpLocks/>
          </p:cNvCxnSpPr>
          <p:nvPr/>
        </p:nvCxnSpPr>
        <p:spPr>
          <a:xfrm>
            <a:off x="533400" y="6324773"/>
            <a:ext cx="648045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5A6ADE-4FF0-6E84-4D25-A3E7A481303D}"/>
              </a:ext>
            </a:extLst>
          </p:cNvPr>
          <p:cNvCxnSpPr>
            <a:cxnSpLocks/>
          </p:cNvCxnSpPr>
          <p:nvPr/>
        </p:nvCxnSpPr>
        <p:spPr>
          <a:xfrm>
            <a:off x="533400" y="5184424"/>
            <a:ext cx="6460509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B306735-74E7-C788-FB5F-7BC551ED5CDD}"/>
              </a:ext>
            </a:extLst>
          </p:cNvPr>
          <p:cNvCxnSpPr>
            <a:cxnSpLocks/>
          </p:cNvCxnSpPr>
          <p:nvPr/>
        </p:nvCxnSpPr>
        <p:spPr>
          <a:xfrm>
            <a:off x="533400" y="512722"/>
            <a:ext cx="6456409" cy="0"/>
          </a:xfrm>
          <a:prstGeom prst="line">
            <a:avLst/>
          </a:prstGeom>
          <a:ln w="476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7308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679" y="332308"/>
            <a:ext cx="11253667" cy="909921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1488931"/>
            <a:ext cx="11253668" cy="47007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89C35-F31B-4EAB-A4E6-687A63844314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04AB0D3-0312-25C6-7159-3EBA07E82C60}"/>
              </a:ext>
            </a:extLst>
          </p:cNvPr>
          <p:cNvCxnSpPr>
            <a:cxnSpLocks/>
          </p:cNvCxnSpPr>
          <p:nvPr/>
        </p:nvCxnSpPr>
        <p:spPr>
          <a:xfrm>
            <a:off x="530352" y="1357303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3431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AAFFBF3-C898-85FC-D25A-592E29515C2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510023 w 12192000"/>
              <a:gd name="connsiteY0" fmla="*/ 505353 h 6858000"/>
              <a:gd name="connsiteX1" fmla="*/ 510023 w 12192000"/>
              <a:gd name="connsiteY1" fmla="*/ 6352647 h 6858000"/>
              <a:gd name="connsiteX2" fmla="*/ 5415398 w 12192000"/>
              <a:gd name="connsiteY2" fmla="*/ 6352647 h 6858000"/>
              <a:gd name="connsiteX3" fmla="*/ 5415398 w 12192000"/>
              <a:gd name="connsiteY3" fmla="*/ 505353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510023" y="505353"/>
                </a:moveTo>
                <a:lnTo>
                  <a:pt x="510023" y="6352647"/>
                </a:lnTo>
                <a:lnTo>
                  <a:pt x="5415398" y="6352647"/>
                </a:lnTo>
                <a:lnTo>
                  <a:pt x="5415398" y="50535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  <a:effectLst>
            <a:innerShdw blurRad="215900" dist="25400" dir="13500000">
              <a:prstClr val="black">
                <a:alpha val="15000"/>
              </a:prstClr>
            </a:innerShdw>
          </a:effectLst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297" y="1136691"/>
            <a:ext cx="4135970" cy="3038878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79075-DF30-526B-9548-3F9D7EF9F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2093" y="5282217"/>
            <a:ext cx="4136599" cy="947146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336" y="6426091"/>
            <a:ext cx="3877552" cy="365125"/>
          </a:xfrm>
        </p:spPr>
        <p:txBody>
          <a:bodyPr/>
          <a:lstStyle>
            <a:lvl1pPr>
              <a:defRPr>
                <a:solidFill>
                  <a:schemeClr val="bg1">
                    <a:alpha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AAD51419-3F0D-4A1E-BC8B-A018756B462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280C4FA-D5DF-A52F-5EBC-E1A231F643A5}"/>
              </a:ext>
            </a:extLst>
          </p:cNvPr>
          <p:cNvCxnSpPr>
            <a:cxnSpLocks/>
          </p:cNvCxnSpPr>
          <p:nvPr/>
        </p:nvCxnSpPr>
        <p:spPr>
          <a:xfrm>
            <a:off x="944438" y="5162641"/>
            <a:ext cx="4030829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2BEF2C1-7030-5074-0586-5EBAF7D59A33}"/>
              </a:ext>
            </a:extLst>
          </p:cNvPr>
          <p:cNvCxnSpPr>
            <a:cxnSpLocks/>
          </p:cNvCxnSpPr>
          <p:nvPr/>
        </p:nvCxnSpPr>
        <p:spPr>
          <a:xfrm>
            <a:off x="944438" y="904533"/>
            <a:ext cx="4036971" cy="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55703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1F847F0-1D67-5F49-6571-5F248F11275B}"/>
              </a:ext>
            </a:extLst>
          </p:cNvPr>
          <p:cNvCxnSpPr>
            <a:cxnSpLocks/>
          </p:cNvCxnSpPr>
          <p:nvPr/>
        </p:nvCxnSpPr>
        <p:spPr>
          <a:xfrm>
            <a:off x="8173214" y="530425"/>
            <a:ext cx="3485386" cy="0"/>
          </a:xfrm>
          <a:prstGeom prst="line">
            <a:avLst/>
          </a:prstGeom>
          <a:ln w="412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280C4FA-D5DF-A52F-5EBC-E1A231F643A5}"/>
              </a:ext>
            </a:extLst>
          </p:cNvPr>
          <p:cNvCxnSpPr>
            <a:cxnSpLocks/>
          </p:cNvCxnSpPr>
          <p:nvPr/>
        </p:nvCxnSpPr>
        <p:spPr>
          <a:xfrm>
            <a:off x="8173214" y="5498461"/>
            <a:ext cx="3485386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3968" y="768351"/>
            <a:ext cx="3685656" cy="2843527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D3F2A15-2C96-2533-3F11-3EFA30B567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605681" cy="6858000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79075-DF30-526B-9548-3F9D7EF9F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73978" y="5681133"/>
            <a:ext cx="3655646" cy="664191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2571521-DF5C-DF9C-1A62-5F1513FC61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073978" y="6426091"/>
            <a:ext cx="2295058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135B836-FBFB-89F8-B972-11036B55F5CF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298013" y="6426091"/>
            <a:ext cx="875825" cy="365125"/>
          </a:xfrm>
        </p:spPr>
        <p:txBody>
          <a:bodyPr/>
          <a:lstStyle/>
          <a:p>
            <a:fld id="{DB416C6F-BD23-48A3-9D04-6B6FEC3702B5}" type="datetime1">
              <a:rPr lang="en-US" smtClean="0"/>
              <a:t>6/2/2026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0AD8387-A9F9-E9E2-1138-08C0AA49571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3984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901" y="5056743"/>
            <a:ext cx="11339400" cy="966902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D3F2A15-2C96-2533-3F11-3EFA30B567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4930912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79075-DF30-526B-9548-3F9D7EF9F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902" y="5979576"/>
            <a:ext cx="11339400" cy="365126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256503-7989-932D-DE04-B424AC0B97D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3E99C9-C336-E83E-56A6-D68659547CA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135F28A-0986-4E7B-B35D-341D39FBD191}" type="datetime1">
              <a:rPr lang="en-US" smtClean="0"/>
              <a:t>6/2/2026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57A77FC-B384-BD30-0961-237F594F20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2839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9238" y="398050"/>
            <a:ext cx="9635668" cy="367139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2322" y="5669280"/>
            <a:ext cx="9620300" cy="75680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86BE-81E0-4285-A95D-6934CDF6209E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6EBC7DB-A84C-6AE6-0446-4E466A133069}"/>
              </a:ext>
            </a:extLst>
          </p:cNvPr>
          <p:cNvCxnSpPr>
            <a:cxnSpLocks/>
          </p:cNvCxnSpPr>
          <p:nvPr/>
        </p:nvCxnSpPr>
        <p:spPr>
          <a:xfrm>
            <a:off x="530352" y="5498461"/>
            <a:ext cx="11124446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9327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2336" y="765750"/>
            <a:ext cx="9635668" cy="34551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8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428" y="5271844"/>
            <a:ext cx="9613065" cy="10013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64E07-DAE2-4D6D-BDD9-1CE7637F446D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4CDCB79-1025-8102-1BC6-378AB173CBFF}"/>
              </a:ext>
            </a:extLst>
          </p:cNvPr>
          <p:cNvCxnSpPr>
            <a:cxnSpLocks/>
          </p:cNvCxnSpPr>
          <p:nvPr/>
        </p:nvCxnSpPr>
        <p:spPr>
          <a:xfrm>
            <a:off x="533400" y="5184424"/>
            <a:ext cx="111252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EF23CAD-F5FD-3FB3-B413-1F54592B07E7}"/>
              </a:ext>
            </a:extLst>
          </p:cNvPr>
          <p:cNvCxnSpPr>
            <a:cxnSpLocks/>
          </p:cNvCxnSpPr>
          <p:nvPr/>
        </p:nvCxnSpPr>
        <p:spPr>
          <a:xfrm>
            <a:off x="533400" y="6324600"/>
            <a:ext cx="111252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57521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2336" y="765750"/>
            <a:ext cx="9635668" cy="3528339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4857" y="5184425"/>
            <a:ext cx="10575756" cy="1153220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31D259D-9AB9-44BA-8FCD-FE201F91B5A0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17982C-A325-8307-2486-3AD646261E04}"/>
              </a:ext>
            </a:extLst>
          </p:cNvPr>
          <p:cNvCxnSpPr>
            <a:cxnSpLocks/>
          </p:cNvCxnSpPr>
          <p:nvPr/>
        </p:nvCxnSpPr>
        <p:spPr>
          <a:xfrm>
            <a:off x="533400" y="533538"/>
            <a:ext cx="11127005" cy="0"/>
          </a:xfrm>
          <a:prstGeom prst="line">
            <a:avLst/>
          </a:prstGeom>
          <a:ln w="603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02859D-9F11-5594-CFD3-C5FDE18CACB3}"/>
              </a:ext>
            </a:extLst>
          </p:cNvPr>
          <p:cNvCxnSpPr>
            <a:cxnSpLocks/>
          </p:cNvCxnSpPr>
          <p:nvPr/>
        </p:nvCxnSpPr>
        <p:spPr>
          <a:xfrm>
            <a:off x="533400" y="5169248"/>
            <a:ext cx="11127005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0AD802-2887-3310-1453-789DB76F58DF}"/>
              </a:ext>
            </a:extLst>
          </p:cNvPr>
          <p:cNvCxnSpPr>
            <a:cxnSpLocks/>
          </p:cNvCxnSpPr>
          <p:nvPr/>
        </p:nvCxnSpPr>
        <p:spPr>
          <a:xfrm>
            <a:off x="533400" y="6330811"/>
            <a:ext cx="11119945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63700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997" y="3018408"/>
            <a:ext cx="8961120" cy="3247475"/>
          </a:xfrm>
        </p:spPr>
        <p:txBody>
          <a:bodyPr anchor="b">
            <a:normAutofit/>
          </a:bodyPr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4EB0658-C877-4D58-A83B-07BEE0E4C7B4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FD05DD5-DCB7-49C7-5E41-2DBD8B73D6D2}"/>
              </a:ext>
            </a:extLst>
          </p:cNvPr>
          <p:cNvCxnSpPr>
            <a:cxnSpLocks/>
          </p:cNvCxnSpPr>
          <p:nvPr/>
        </p:nvCxnSpPr>
        <p:spPr>
          <a:xfrm>
            <a:off x="530646" y="531958"/>
            <a:ext cx="11127954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FDA663-314D-CA26-DF41-CB3FDC0733F0}"/>
              </a:ext>
            </a:extLst>
          </p:cNvPr>
          <p:cNvCxnSpPr>
            <a:cxnSpLocks/>
          </p:cNvCxnSpPr>
          <p:nvPr/>
        </p:nvCxnSpPr>
        <p:spPr>
          <a:xfrm>
            <a:off x="533400" y="6324600"/>
            <a:ext cx="111252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05431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2851"/>
            <a:ext cx="7525512" cy="1882595"/>
          </a:xfrm>
        </p:spPr>
        <p:txBody>
          <a:bodyPr anchor="t">
            <a:normAutofit/>
          </a:bodyPr>
          <a:lstStyle>
            <a:lvl1pPr>
              <a:defRPr sz="6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4856" y="2502245"/>
            <a:ext cx="7492991" cy="3669956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800100" indent="-342900">
              <a:buFont typeface="+mj-lt"/>
              <a:buAutoNum type="arabicPeriod"/>
              <a:defRPr lang="en-US" sz="1800" dirty="0"/>
            </a:lvl2pPr>
            <a:lvl3pPr marL="1257300" indent="-342900">
              <a:buFont typeface="+mj-lt"/>
              <a:buAutoNum type="arabicPeriod"/>
              <a:defRPr lang="en-US" sz="1600" dirty="0"/>
            </a:lvl3pPr>
            <a:lvl4pPr marL="1714500" indent="-342900">
              <a:buFont typeface="+mj-lt"/>
              <a:buAutoNum type="arabicPeriod"/>
              <a:defRPr lang="en-US" sz="1600" dirty="0"/>
            </a:lvl4pPr>
            <a:lvl5pPr marL="2171700" indent="-342900"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056F1-F5E2-4ED8-9ED2-B4DCC32FE4B1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373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Agenda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1519"/>
            <a:ext cx="6516938" cy="2091068"/>
          </a:xfrm>
        </p:spPr>
        <p:txBody>
          <a:bodyPr anchor="t">
            <a:normAutofit/>
          </a:bodyPr>
          <a:lstStyle>
            <a:lvl1pPr>
              <a:defRPr sz="6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6526" y="2897442"/>
            <a:ext cx="6482747" cy="327983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800100" indent="-342900">
              <a:buFont typeface="+mj-lt"/>
              <a:buAutoNum type="arabicPeriod"/>
              <a:defRPr lang="en-US" sz="1800" dirty="0"/>
            </a:lvl2pPr>
            <a:lvl3pPr marL="1257300" indent="-342900">
              <a:buFont typeface="+mj-lt"/>
              <a:buAutoNum type="arabicPeriod"/>
              <a:defRPr lang="en-US" sz="1600" dirty="0"/>
            </a:lvl3pPr>
            <a:lvl4pPr marL="1714500" indent="-342900">
              <a:buFont typeface="+mj-lt"/>
              <a:buAutoNum type="arabicPeriod"/>
              <a:defRPr lang="en-US" sz="1600" dirty="0"/>
            </a:lvl4pPr>
            <a:lvl5pPr marL="2171700" indent="-342900"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336" y="6426091"/>
            <a:ext cx="4303014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95850" y="6416667"/>
            <a:ext cx="1420310" cy="365125"/>
          </a:xfrm>
        </p:spPr>
        <p:txBody>
          <a:bodyPr/>
          <a:lstStyle/>
          <a:p>
            <a:fld id="{87333073-65C1-4CC7-BBE7-8F5A3AFB183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316160" y="6416667"/>
            <a:ext cx="603114" cy="365125"/>
          </a:xfrm>
        </p:spPr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FBFCD9F4-28CD-7877-8D0E-B6685E2A124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619999" y="0"/>
            <a:ext cx="4571999" cy="6857999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6481B7-DF51-286F-B976-0777FDDAC524}"/>
              </a:ext>
            </a:extLst>
          </p:cNvPr>
          <p:cNvCxnSpPr>
            <a:cxnSpLocks/>
          </p:cNvCxnSpPr>
          <p:nvPr/>
        </p:nvCxnSpPr>
        <p:spPr>
          <a:xfrm>
            <a:off x="530352" y="2670800"/>
            <a:ext cx="6402856" cy="0"/>
          </a:xfrm>
          <a:prstGeom prst="line">
            <a:avLst/>
          </a:prstGeom>
          <a:ln w="9525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4034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380188"/>
            <a:ext cx="4688732" cy="2313195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E6BFF2B7-0DC8-E068-0F08-D1CF291F8EA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3041367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38800" y="3363190"/>
            <a:ext cx="6029721" cy="2759316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800100" indent="-342900">
              <a:buFont typeface="+mj-lt"/>
              <a:buAutoNum type="arabicPeriod"/>
              <a:defRPr lang="en-US" sz="1800" dirty="0"/>
            </a:lvl2pPr>
            <a:lvl3pPr marL="1257300" indent="-342900">
              <a:buFont typeface="+mj-lt"/>
              <a:buAutoNum type="arabicPeriod"/>
              <a:defRPr lang="en-US" sz="1600" dirty="0"/>
            </a:lvl3pPr>
            <a:lvl4pPr marL="1714500" indent="-342900">
              <a:buFont typeface="+mj-lt"/>
              <a:buAutoNum type="arabicPeriod"/>
              <a:defRPr lang="en-US" sz="1600" dirty="0"/>
            </a:lvl4pPr>
            <a:lvl5pPr marL="2171700" indent="-342900"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72102-C255-4B2E-9A7E-2603C5FAD6D4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4981961-B802-677C-4957-E24CA14D5E6D}"/>
              </a:ext>
            </a:extLst>
          </p:cNvPr>
          <p:cNvCxnSpPr>
            <a:cxnSpLocks/>
          </p:cNvCxnSpPr>
          <p:nvPr/>
        </p:nvCxnSpPr>
        <p:spPr>
          <a:xfrm>
            <a:off x="533400" y="6324600"/>
            <a:ext cx="11125200" cy="0"/>
          </a:xfrm>
          <a:prstGeom prst="line">
            <a:avLst/>
          </a:prstGeom>
          <a:ln w="9525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96732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107B931-214A-9578-5A7A-FDEB9ADB5080}"/>
              </a:ext>
            </a:extLst>
          </p:cNvPr>
          <p:cNvCxnSpPr>
            <a:cxnSpLocks/>
          </p:cNvCxnSpPr>
          <p:nvPr/>
        </p:nvCxnSpPr>
        <p:spPr>
          <a:xfrm>
            <a:off x="3751277" y="2791386"/>
            <a:ext cx="4689446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0862" y="1429789"/>
            <a:ext cx="5090277" cy="119671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6880" y="2999629"/>
            <a:ext cx="4838241" cy="2195823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0A7D6-92E1-4CDF-BD2F-79F29819713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3966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3089" y="1673352"/>
            <a:ext cx="3360352" cy="23243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3780" y="1673352"/>
            <a:ext cx="5785132" cy="29187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EE3B3-6EA8-4914-BDAC-89234BD2AD09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4E4891-5C32-2FDE-C242-EDBA3B5D1AC4}"/>
              </a:ext>
            </a:extLst>
          </p:cNvPr>
          <p:cNvCxnSpPr>
            <a:cxnSpLocks/>
          </p:cNvCxnSpPr>
          <p:nvPr/>
        </p:nvCxnSpPr>
        <p:spPr>
          <a:xfrm>
            <a:off x="530352" y="6345987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24971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560" y="1399734"/>
            <a:ext cx="4136461" cy="291875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3780" y="1398419"/>
            <a:ext cx="625002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B48EB-6AF5-4207-A153-D1AA963F0AC1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4E4891-5C32-2FDE-C242-EDBA3B5D1AC4}"/>
              </a:ext>
            </a:extLst>
          </p:cNvPr>
          <p:cNvCxnSpPr>
            <a:cxnSpLocks/>
          </p:cNvCxnSpPr>
          <p:nvPr/>
        </p:nvCxnSpPr>
        <p:spPr>
          <a:xfrm>
            <a:off x="530352" y="6322906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07719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400" y="694944"/>
            <a:ext cx="3334120" cy="273405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9100" y="694943"/>
            <a:ext cx="7439421" cy="5486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16614-595C-443F-AE20-86D2AC6A0013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4E4891-5C32-2FDE-C242-EDBA3B5D1AC4}"/>
              </a:ext>
            </a:extLst>
          </p:cNvPr>
          <p:cNvCxnSpPr>
            <a:cxnSpLocks/>
          </p:cNvCxnSpPr>
          <p:nvPr/>
        </p:nvCxnSpPr>
        <p:spPr>
          <a:xfrm>
            <a:off x="530352" y="6326700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863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400" y="435785"/>
            <a:ext cx="4268573" cy="291875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1452" y="743106"/>
            <a:ext cx="6277070" cy="531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C8A85-8FD1-45F0-99DE-E338DC5235BC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9F873DB-8FEF-C24C-ECA0-EABFFF560476}"/>
              </a:ext>
            </a:extLst>
          </p:cNvPr>
          <p:cNvCxnSpPr>
            <a:cxnSpLocks/>
          </p:cNvCxnSpPr>
          <p:nvPr/>
        </p:nvCxnSpPr>
        <p:spPr>
          <a:xfrm>
            <a:off x="5486400" y="528489"/>
            <a:ext cx="61722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4E4891-5C32-2FDE-C242-EDBA3B5D1AC4}"/>
              </a:ext>
            </a:extLst>
          </p:cNvPr>
          <p:cNvCxnSpPr>
            <a:cxnSpLocks/>
          </p:cNvCxnSpPr>
          <p:nvPr/>
        </p:nvCxnSpPr>
        <p:spPr>
          <a:xfrm>
            <a:off x="530352" y="6324600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9346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560" y="433576"/>
            <a:ext cx="3263496" cy="2821439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9946" y="694944"/>
            <a:ext cx="7358769" cy="54864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DEB38-22AD-484B-BEB1-12B18D8CEE64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90E8417-C758-AC09-72D4-D07CE8D5D1EB}"/>
              </a:ext>
            </a:extLst>
          </p:cNvPr>
          <p:cNvCxnSpPr>
            <a:cxnSpLocks/>
          </p:cNvCxnSpPr>
          <p:nvPr/>
        </p:nvCxnSpPr>
        <p:spPr>
          <a:xfrm>
            <a:off x="4347151" y="528489"/>
            <a:ext cx="7326605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4E4891-5C32-2FDE-C242-EDBA3B5D1AC4}"/>
              </a:ext>
            </a:extLst>
          </p:cNvPr>
          <p:cNvCxnSpPr>
            <a:cxnSpLocks/>
          </p:cNvCxnSpPr>
          <p:nvPr/>
        </p:nvCxnSpPr>
        <p:spPr>
          <a:xfrm>
            <a:off x="530352" y="6324600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05889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3867" y="691867"/>
            <a:ext cx="5664732" cy="12126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Picture Placeholder 8">
            <a:extLst>
              <a:ext uri="{FF2B5EF4-FFF2-40B4-BE49-F238E27FC236}">
                <a16:creationId xmlns:a16="http://schemas.microsoft.com/office/drawing/2014/main" id="{38FD2E6A-E1F7-36FC-E50F-AD4CE76910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1" y="533400"/>
            <a:ext cx="4953000" cy="5811928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3865" y="2007652"/>
            <a:ext cx="5664732" cy="43153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C2DDA-91DD-4B15-B0D6-0E3634C6CC2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04AB0D3-0312-25C6-7159-3EBA07E82C60}"/>
              </a:ext>
            </a:extLst>
          </p:cNvPr>
          <p:cNvCxnSpPr>
            <a:cxnSpLocks/>
          </p:cNvCxnSpPr>
          <p:nvPr/>
        </p:nvCxnSpPr>
        <p:spPr>
          <a:xfrm>
            <a:off x="6058518" y="530352"/>
            <a:ext cx="5600082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0481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562" y="691868"/>
            <a:ext cx="5593338" cy="11573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928" y="2010699"/>
            <a:ext cx="5577972" cy="43346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Picture Placeholder 8">
            <a:extLst>
              <a:ext uri="{FF2B5EF4-FFF2-40B4-BE49-F238E27FC236}">
                <a16:creationId xmlns:a16="http://schemas.microsoft.com/office/drawing/2014/main" id="{38FD2E6A-E1F7-36FC-E50F-AD4CE76910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53200" y="533400"/>
            <a:ext cx="5105400" cy="5791200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7B7B5-5BBE-40BC-B471-E2BA9D71AA0E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04AB0D3-0312-25C6-7159-3EBA07E82C60}"/>
              </a:ext>
            </a:extLst>
          </p:cNvPr>
          <p:cNvCxnSpPr>
            <a:cxnSpLocks/>
          </p:cNvCxnSpPr>
          <p:nvPr/>
        </p:nvCxnSpPr>
        <p:spPr>
          <a:xfrm>
            <a:off x="518028" y="530352"/>
            <a:ext cx="5494872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48155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971" y="691866"/>
            <a:ext cx="6680630" cy="12173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7BA63699-2EA2-4B8B-E296-BEF5937412F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0" y="533400"/>
            <a:ext cx="3886200" cy="5811924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7971" y="2010699"/>
            <a:ext cx="6680630" cy="43139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7E7C-B760-45A7-AB98-EEAB39EBFFA9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04AB0D3-0312-25C6-7159-3EBA07E82C60}"/>
              </a:ext>
            </a:extLst>
          </p:cNvPr>
          <p:cNvCxnSpPr>
            <a:cxnSpLocks/>
          </p:cNvCxnSpPr>
          <p:nvPr/>
        </p:nvCxnSpPr>
        <p:spPr>
          <a:xfrm>
            <a:off x="4984096" y="533400"/>
            <a:ext cx="6680631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88175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559" y="691867"/>
            <a:ext cx="6664559" cy="12173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217" y="2010699"/>
            <a:ext cx="6661902" cy="4330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7BA63699-2EA2-4B8B-E296-BEF5937412F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20000" y="533400"/>
            <a:ext cx="4038600" cy="5791200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00" y="6426091"/>
            <a:ext cx="3553839" cy="365125"/>
          </a:xfrm>
        </p:spPr>
        <p:txBody>
          <a:bodyPr/>
          <a:lstStyle/>
          <a:p>
            <a:fld id="{C4680711-5BFA-4199-BAD0-B0C15B04A070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3F4131-F439-B360-2C50-DC4ED02C5AF2}"/>
              </a:ext>
            </a:extLst>
          </p:cNvPr>
          <p:cNvCxnSpPr>
            <a:cxnSpLocks/>
          </p:cNvCxnSpPr>
          <p:nvPr/>
        </p:nvCxnSpPr>
        <p:spPr>
          <a:xfrm>
            <a:off x="516418" y="530352"/>
            <a:ext cx="65677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11936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497" y="691868"/>
            <a:ext cx="4660247" cy="14392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7807F9F-79B5-ED92-41CC-A1D1A8D03E3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0" y="533399"/>
            <a:ext cx="6029286" cy="5791201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7497" y="2211184"/>
            <a:ext cx="4660247" cy="41134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9332B-92F1-4946-B218-9926114AAEA1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04AB0D3-0312-25C6-7159-3EBA07E82C60}"/>
              </a:ext>
            </a:extLst>
          </p:cNvPr>
          <p:cNvCxnSpPr>
            <a:cxnSpLocks/>
          </p:cNvCxnSpPr>
          <p:nvPr/>
        </p:nvCxnSpPr>
        <p:spPr>
          <a:xfrm>
            <a:off x="7095744" y="530921"/>
            <a:ext cx="4562856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7817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376" y="691868"/>
            <a:ext cx="4577602" cy="14392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376" y="2211185"/>
            <a:ext cx="4577602" cy="395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7807F9F-79B5-ED92-41CC-A1D1A8D03E3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86400" y="533399"/>
            <a:ext cx="6172200" cy="5791201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630AA-266B-4EED-8F37-1EEA7BB3679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04AB0D3-0312-25C6-7159-3EBA07E82C60}"/>
              </a:ext>
            </a:extLst>
          </p:cNvPr>
          <p:cNvCxnSpPr>
            <a:cxnSpLocks/>
          </p:cNvCxnSpPr>
          <p:nvPr/>
        </p:nvCxnSpPr>
        <p:spPr>
          <a:xfrm>
            <a:off x="516418" y="530352"/>
            <a:ext cx="4436582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77306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9814" y="512011"/>
            <a:ext cx="3628786" cy="125992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9A161C3-930A-50CE-D3B8-C1429E6F242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0" y="533399"/>
            <a:ext cx="7086600" cy="5791199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3065" y="2170611"/>
            <a:ext cx="3628786" cy="4162372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029813" y="6426091"/>
            <a:ext cx="3144025" cy="365125"/>
          </a:xfrm>
        </p:spPr>
        <p:txBody>
          <a:bodyPr/>
          <a:lstStyle/>
          <a:p>
            <a:fld id="{A2E4BA8A-8D99-4942-A6AE-3429BB81C9B0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9C51D6-8120-DE83-0A77-B4C479640664}"/>
              </a:ext>
            </a:extLst>
          </p:cNvPr>
          <p:cNvCxnSpPr>
            <a:cxnSpLocks/>
          </p:cNvCxnSpPr>
          <p:nvPr/>
        </p:nvCxnSpPr>
        <p:spPr>
          <a:xfrm>
            <a:off x="8153400" y="1892587"/>
            <a:ext cx="35052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7635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8555" y="512011"/>
            <a:ext cx="6792069" cy="125992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9A161C3-930A-50CE-D3B8-C1429E6F242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0" y="533399"/>
            <a:ext cx="3886200" cy="5791201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4857" y="6426091"/>
            <a:ext cx="4137143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8555" y="2148840"/>
            <a:ext cx="6792069" cy="4162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B8B90-98AD-44EA-88CB-87E0482D47C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9C51D6-8120-DE83-0A77-B4C479640664}"/>
              </a:ext>
            </a:extLst>
          </p:cNvPr>
          <p:cNvCxnSpPr>
            <a:cxnSpLocks/>
          </p:cNvCxnSpPr>
          <p:nvPr/>
        </p:nvCxnSpPr>
        <p:spPr>
          <a:xfrm>
            <a:off x="4953000" y="1892587"/>
            <a:ext cx="67056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16955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1935" y="691867"/>
            <a:ext cx="3052570" cy="20116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6BC46AA6-BED0-04C6-38E0-12160144CC3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399" y="533400"/>
            <a:ext cx="7667626" cy="5788757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1935" y="2889848"/>
            <a:ext cx="3052570" cy="3434752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5C6323EE-3C7E-2716-8BD0-C89545F04FC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F01E841F-9F6D-0E74-84D5-4BA2AF78F5C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672E3CE-9562-4779-875D-570AC5656D0F}" type="datetime1">
              <a:rPr lang="en-US" smtClean="0"/>
              <a:t>6/2/2026</a:t>
            </a:fld>
            <a:endParaRPr lang="en-US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ACE2DCFD-EFAB-71DF-776D-014822C0ABE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CFBB608-C785-A34D-1B6D-96361A676495}"/>
              </a:ext>
            </a:extLst>
          </p:cNvPr>
          <p:cNvCxnSpPr>
            <a:cxnSpLocks/>
          </p:cNvCxnSpPr>
          <p:nvPr/>
        </p:nvCxnSpPr>
        <p:spPr>
          <a:xfrm>
            <a:off x="8727541" y="533400"/>
            <a:ext cx="293106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1401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0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401" y="691866"/>
            <a:ext cx="3448141" cy="2247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4C6F3D6-B9C8-D66A-B29A-CE5D5FBDE5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419600" y="530353"/>
            <a:ext cx="7239000" cy="4019112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190500" dir="144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05470" y="4735286"/>
            <a:ext cx="7239000" cy="1424879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D8B86-78FA-4747-9401-2399B1893341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A0C081E-1CAD-8E64-5453-4CC21A0A90FD}"/>
              </a:ext>
            </a:extLst>
          </p:cNvPr>
          <p:cNvCxnSpPr>
            <a:cxnSpLocks/>
          </p:cNvCxnSpPr>
          <p:nvPr/>
        </p:nvCxnSpPr>
        <p:spPr>
          <a:xfrm>
            <a:off x="530274" y="530352"/>
            <a:ext cx="3354124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4E4891-5C32-2FDE-C242-EDBA3B5D1AC4}"/>
              </a:ext>
            </a:extLst>
          </p:cNvPr>
          <p:cNvCxnSpPr>
            <a:cxnSpLocks/>
          </p:cNvCxnSpPr>
          <p:nvPr/>
        </p:nvCxnSpPr>
        <p:spPr>
          <a:xfrm>
            <a:off x="533400" y="6326367"/>
            <a:ext cx="111252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3958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756" y="691866"/>
            <a:ext cx="3540062" cy="2247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4C6F3D6-B9C8-D66A-B29A-CE5D5FBDE5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419600" y="533400"/>
            <a:ext cx="7239000" cy="3157452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190500" dir="144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9600" y="3933645"/>
            <a:ext cx="7261323" cy="238211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CC63D-CDB3-4317-A945-BF72F7BF98EB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A0C081E-1CAD-8E64-5453-4CC21A0A90FD}"/>
              </a:ext>
            </a:extLst>
          </p:cNvPr>
          <p:cNvCxnSpPr>
            <a:cxnSpLocks/>
          </p:cNvCxnSpPr>
          <p:nvPr/>
        </p:nvCxnSpPr>
        <p:spPr>
          <a:xfrm>
            <a:off x="533400" y="530352"/>
            <a:ext cx="33528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4E4891-5C32-2FDE-C242-EDBA3B5D1AC4}"/>
              </a:ext>
            </a:extLst>
          </p:cNvPr>
          <p:cNvCxnSpPr>
            <a:cxnSpLocks/>
          </p:cNvCxnSpPr>
          <p:nvPr/>
        </p:nvCxnSpPr>
        <p:spPr>
          <a:xfrm>
            <a:off x="533400" y="6324542"/>
            <a:ext cx="111252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F4D8D45-8224-ED36-94DF-FAE863F412D1}"/>
              </a:ext>
            </a:extLst>
          </p:cNvPr>
          <p:cNvCxnSpPr>
            <a:cxnSpLocks/>
          </p:cNvCxnSpPr>
          <p:nvPr/>
        </p:nvCxnSpPr>
        <p:spPr>
          <a:xfrm>
            <a:off x="5013762" y="1892587"/>
            <a:ext cx="6544099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8442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399" y="4829695"/>
            <a:ext cx="4289051" cy="14131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1FFBA57-7EFE-2CC4-EE45-5F1F633C1A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0" y="533400"/>
            <a:ext cx="11125200" cy="4013885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177800" dir="14400000" sx="98000" sy="98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4857" y="6426091"/>
            <a:ext cx="4289051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3779" y="4829695"/>
            <a:ext cx="6554822" cy="1529541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B6FEA0-B839-4598-B2DD-445068A8396C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8532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3910560"/>
            <a:ext cx="3472256" cy="201760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1FFBA57-7EFE-2CC4-EE45-5F1F633C1A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399" y="533400"/>
            <a:ext cx="11125201" cy="3109082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177800" dir="14400000" sx="98000" sy="98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9600" y="3912655"/>
            <a:ext cx="7239000" cy="2407394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24032-45C2-4C36-A7D1-3A3BD65AF0CF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5608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700185"/>
            <a:ext cx="3473587" cy="18153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9601" y="702280"/>
            <a:ext cx="7239000" cy="224092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1FFBA57-7EFE-2CC4-EE45-5F1F633C1A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0" y="3205927"/>
            <a:ext cx="11125200" cy="3118670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177800" dir="14400000" sx="97000" sy="97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D67178-055F-49DC-969F-AB374B7A575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9BF7A8-7F92-8C69-89EE-92496D80C1C2}"/>
              </a:ext>
            </a:extLst>
          </p:cNvPr>
          <p:cNvCxnSpPr>
            <a:cxnSpLocks/>
          </p:cNvCxnSpPr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64565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365760"/>
            <a:ext cx="11243982" cy="9144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9A161C3-930A-50CE-D3B8-C1429E6F242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0352" y="1720219"/>
            <a:ext cx="6022848" cy="4604382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1260" y="1623629"/>
            <a:ext cx="4557340" cy="47062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BAA5E08-9FB8-6BC2-0794-A92E1336B9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7819C0A-5C58-B9A1-EDD9-43A971A8DE1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5436D6D-18C4-497A-81D8-87B6E0BF7395}" type="datetime1">
              <a:rPr lang="en-US" smtClean="0"/>
              <a:t>6/2/2026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C8A4CD6-C6D7-317B-80FA-CA83089B05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9C51D6-8120-DE83-0A77-B4C479640664}"/>
              </a:ext>
            </a:extLst>
          </p:cNvPr>
          <p:cNvCxnSpPr>
            <a:cxnSpLocks/>
          </p:cNvCxnSpPr>
          <p:nvPr/>
        </p:nvCxnSpPr>
        <p:spPr>
          <a:xfrm>
            <a:off x="530352" y="1353312"/>
            <a:ext cx="11141874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30336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755" y="691867"/>
            <a:ext cx="4067721" cy="15595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1FFBA57-7EFE-2CC4-EE45-5F1F633C1A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0" y="2521819"/>
            <a:ext cx="3886200" cy="3802781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190500" dir="144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0685" y="694944"/>
            <a:ext cx="6705600" cy="56296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4857" y="6426091"/>
            <a:ext cx="398474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E585B-D50B-46C7-90D5-F8C248FB96B3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7527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295957"/>
            <a:ext cx="4000501" cy="18895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4C6F3D6-B9C8-D66A-B29A-CE5D5FBDE5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0" y="531891"/>
            <a:ext cx="3886202" cy="3603594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190500" dir="144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53001" y="694944"/>
            <a:ext cx="6705599" cy="55067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354F31B-6E0C-9ACF-A3B4-2BE5DD2D21D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1D4992A1-A620-24C8-73C6-0C53DD6F386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FA9687D-6191-4AD9-82A2-1B737232915B}" type="datetime1">
              <a:rPr lang="en-US" smtClean="0"/>
              <a:t>6/2/2026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2384E85-ACDE-270D-7478-1B88F47F14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04AB0D3-0312-25C6-7159-3EBA07E82C60}"/>
              </a:ext>
            </a:extLst>
          </p:cNvPr>
          <p:cNvCxnSpPr>
            <a:cxnSpLocks/>
          </p:cNvCxnSpPr>
          <p:nvPr/>
        </p:nvCxnSpPr>
        <p:spPr>
          <a:xfrm>
            <a:off x="4953001" y="531891"/>
            <a:ext cx="6705599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4E4891-5C32-2FDE-C242-EDBA3B5D1AC4}"/>
              </a:ext>
            </a:extLst>
          </p:cNvPr>
          <p:cNvCxnSpPr>
            <a:cxnSpLocks/>
          </p:cNvCxnSpPr>
          <p:nvPr/>
        </p:nvCxnSpPr>
        <p:spPr>
          <a:xfrm>
            <a:off x="533399" y="6324600"/>
            <a:ext cx="11125201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40639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2889" y="5074607"/>
            <a:ext cx="11166223" cy="1068234"/>
          </a:xfrm>
        </p:spPr>
        <p:txBody>
          <a:bodyPr anchor="ctr">
            <a:normAutofit/>
          </a:bodyPr>
          <a:lstStyle>
            <a:lvl1pPr algn="ctr"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6419" y="495833"/>
            <a:ext cx="11159163" cy="4245996"/>
          </a:xfrm>
        </p:spPr>
        <p:txBody>
          <a:bodyPr anchor="ctr">
            <a:normAutofit/>
          </a:bodyPr>
          <a:lstStyle>
            <a:lvl1pPr marL="0" indent="0" algn="ctr">
              <a:lnSpc>
                <a:spcPct val="90000"/>
              </a:lnSpc>
              <a:buNone/>
              <a:defRPr sz="32000" cap="none" baseline="0">
                <a:solidFill>
                  <a:schemeClr val="accent1"/>
                </a:solidFill>
                <a:latin typeface="+mj-lt"/>
              </a:defRPr>
            </a:lvl1pPr>
            <a:lvl2pPr marL="228600" indent="0" algn="ctr">
              <a:lnSpc>
                <a:spcPct val="110000"/>
              </a:lnSpc>
              <a:buNone/>
              <a:defRPr sz="2400" cap="none" baseline="0">
                <a:solidFill>
                  <a:schemeClr val="tx1"/>
                </a:solidFill>
                <a:latin typeface="+mj-lt"/>
              </a:defRPr>
            </a:lvl2pPr>
            <a:lvl3pPr marL="457200" indent="0" algn="ctr">
              <a:lnSpc>
                <a:spcPct val="110000"/>
              </a:lnSpc>
              <a:buNone/>
              <a:defRPr sz="2000" cap="none" baseline="0">
                <a:solidFill>
                  <a:schemeClr val="tx1"/>
                </a:solidFill>
                <a:latin typeface="+mj-lt"/>
              </a:defRPr>
            </a:lvl3pPr>
            <a:lvl4pPr marL="685800" indent="0" algn="ctr">
              <a:lnSpc>
                <a:spcPct val="110000"/>
              </a:lnSpc>
              <a:buNone/>
              <a:defRPr sz="1800" cap="none" baseline="0">
                <a:solidFill>
                  <a:schemeClr val="tx1"/>
                </a:solidFill>
                <a:latin typeface="+mj-lt"/>
              </a:defRPr>
            </a:lvl4pPr>
            <a:lvl5pPr marL="914400" indent="0" algn="ctr">
              <a:lnSpc>
                <a:spcPct val="110000"/>
              </a:lnSpc>
              <a:buNone/>
              <a:defRPr sz="1600" cap="none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FADD3D14-222C-BA8A-E4C0-8637820CBAB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FEF00E3-D3E5-F5AF-F035-66A1547A063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F2E741A-92DD-45DF-8212-2D8EB227508B}" type="datetime1">
              <a:rPr lang="en-US" smtClean="0"/>
              <a:t>6/2/2026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37222D35-3F63-3753-6F10-57879AFE3C5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6998540-FFAB-625C-C2E6-DC04B074A2C4}"/>
              </a:ext>
            </a:extLst>
          </p:cNvPr>
          <p:cNvCxnSpPr>
            <a:cxnSpLocks/>
          </p:cNvCxnSpPr>
          <p:nvPr/>
        </p:nvCxnSpPr>
        <p:spPr>
          <a:xfrm>
            <a:off x="530352" y="4839664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FE9B0A1-4C47-68AF-0383-4819E2242D4E}"/>
              </a:ext>
            </a:extLst>
          </p:cNvPr>
          <p:cNvCxnSpPr>
            <a:cxnSpLocks/>
          </p:cNvCxnSpPr>
          <p:nvPr/>
        </p:nvCxnSpPr>
        <p:spPr>
          <a:xfrm>
            <a:off x="530352" y="6324600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57293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 2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2889" y="5074607"/>
            <a:ext cx="11166223" cy="1068234"/>
          </a:xfrm>
        </p:spPr>
        <p:txBody>
          <a:bodyPr anchor="ctr">
            <a:normAutofit/>
          </a:bodyPr>
          <a:lstStyle>
            <a:lvl1pPr algn="ctr"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6419" y="684675"/>
            <a:ext cx="11159163" cy="4229674"/>
          </a:xfrm>
        </p:spPr>
        <p:txBody>
          <a:bodyPr anchor="ctr">
            <a:normAutofit/>
          </a:bodyPr>
          <a:lstStyle>
            <a:lvl1pPr marL="0" indent="0" algn="ctr">
              <a:lnSpc>
                <a:spcPct val="90000"/>
              </a:lnSpc>
              <a:buNone/>
              <a:defRPr sz="32000" cap="none" baseline="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lnSpc>
                <a:spcPct val="110000"/>
              </a:lnSpc>
              <a:buNone/>
              <a:defRPr sz="2400" cap="none" baseline="0">
                <a:solidFill>
                  <a:schemeClr val="tx1"/>
                </a:solidFill>
                <a:latin typeface="+mj-lt"/>
              </a:defRPr>
            </a:lvl2pPr>
            <a:lvl3pPr marL="457200" indent="0" algn="ctr">
              <a:lnSpc>
                <a:spcPct val="110000"/>
              </a:lnSpc>
              <a:buNone/>
              <a:defRPr sz="2000" cap="none" baseline="0">
                <a:solidFill>
                  <a:schemeClr val="tx1"/>
                </a:solidFill>
                <a:latin typeface="+mj-lt"/>
              </a:defRPr>
            </a:lvl3pPr>
            <a:lvl4pPr marL="685800" indent="0" algn="ctr">
              <a:lnSpc>
                <a:spcPct val="110000"/>
              </a:lnSpc>
              <a:buNone/>
              <a:defRPr sz="1800" cap="none" baseline="0">
                <a:solidFill>
                  <a:schemeClr val="tx1"/>
                </a:solidFill>
                <a:latin typeface="+mj-lt"/>
              </a:defRPr>
            </a:lvl4pPr>
            <a:lvl5pPr marL="914400" indent="0" algn="ctr">
              <a:lnSpc>
                <a:spcPct val="110000"/>
              </a:lnSpc>
              <a:buNone/>
              <a:defRPr sz="1600" cap="none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97B8847-6473-457E-E96C-6389E70595B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397385FA-3FF0-FCCA-55E3-8E053BA2CA4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13F8E84-C221-42E2-A88F-FC6CBC7F05E7}" type="datetime1">
              <a:rPr lang="en-US" smtClean="0"/>
              <a:t>6/2/2026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72B5E7B-6D54-E7B9-4307-C655E0BCABB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6998540-FFAB-625C-C2E6-DC04B074A2C4}"/>
              </a:ext>
            </a:extLst>
          </p:cNvPr>
          <p:cNvCxnSpPr>
            <a:cxnSpLocks/>
          </p:cNvCxnSpPr>
          <p:nvPr/>
        </p:nvCxnSpPr>
        <p:spPr>
          <a:xfrm>
            <a:off x="530352" y="4839664"/>
            <a:ext cx="1115916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FE9B0A1-4C47-68AF-0383-4819E2242D4E}"/>
              </a:ext>
            </a:extLst>
          </p:cNvPr>
          <p:cNvCxnSpPr>
            <a:cxnSpLocks/>
          </p:cNvCxnSpPr>
          <p:nvPr/>
        </p:nvCxnSpPr>
        <p:spPr>
          <a:xfrm>
            <a:off x="530352" y="6328597"/>
            <a:ext cx="1115916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05320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1577" y="1673353"/>
            <a:ext cx="3287023" cy="351089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10000"/>
              </a:lnSpc>
              <a:defRPr lang="en-US" sz="2800" cap="none" baseline="0" dirty="0">
                <a:latin typeface="+mn-lt"/>
              </a:defRPr>
            </a:lvl1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59" y="1328272"/>
            <a:ext cx="7445950" cy="416965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sz="23700" cap="none" baseline="0">
                <a:solidFill>
                  <a:schemeClr val="accent1"/>
                </a:solidFill>
                <a:latin typeface="+mj-lt"/>
              </a:defRPr>
            </a:lvl1pPr>
            <a:lvl2pPr marL="228600" indent="0" algn="l">
              <a:lnSpc>
                <a:spcPct val="110000"/>
              </a:lnSpc>
              <a:buNone/>
              <a:defRPr sz="2400" cap="none" baseline="0">
                <a:solidFill>
                  <a:schemeClr val="bg1"/>
                </a:solidFill>
              </a:defRPr>
            </a:lvl2pPr>
            <a:lvl3pPr marL="457200" indent="0" algn="l">
              <a:lnSpc>
                <a:spcPct val="110000"/>
              </a:lnSpc>
              <a:buNone/>
              <a:defRPr sz="2000" cap="none" baseline="0">
                <a:solidFill>
                  <a:schemeClr val="bg1"/>
                </a:solidFill>
              </a:defRPr>
            </a:lvl3pPr>
            <a:lvl4pPr marL="685800" indent="0" algn="l">
              <a:lnSpc>
                <a:spcPct val="110000"/>
              </a:lnSpc>
              <a:buNone/>
              <a:defRPr sz="1800" cap="none" baseline="0">
                <a:solidFill>
                  <a:schemeClr val="bg1"/>
                </a:solidFill>
              </a:defRPr>
            </a:lvl4pPr>
            <a:lvl5pPr marL="914400" indent="0" algn="l">
              <a:lnSpc>
                <a:spcPct val="110000"/>
              </a:lnSpc>
              <a:buNone/>
              <a:defRPr sz="1600" cap="none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6459C9-E9DA-926C-F0C0-5EEDE696077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1D02E87-8057-8AC7-6F57-2066BA1BC9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4DFD6AF-0F92-4F71-9576-F6847C4CFE31}" type="datetime1">
              <a:rPr lang="en-US" smtClean="0"/>
              <a:t>6/2/2026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2EFA3D8-21DC-0E04-B4E7-4C502496DF9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426DA2D-1FAE-447C-839B-22F6F0CB343E}"/>
              </a:ext>
            </a:extLst>
          </p:cNvPr>
          <p:cNvCxnSpPr>
            <a:cxnSpLocks/>
          </p:cNvCxnSpPr>
          <p:nvPr/>
        </p:nvCxnSpPr>
        <p:spPr>
          <a:xfrm>
            <a:off x="516418" y="1198471"/>
            <a:ext cx="11142182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9FD6543-37F0-7721-32E4-3B3C905CC66D}"/>
              </a:ext>
            </a:extLst>
          </p:cNvPr>
          <p:cNvCxnSpPr>
            <a:cxnSpLocks/>
          </p:cNvCxnSpPr>
          <p:nvPr/>
        </p:nvCxnSpPr>
        <p:spPr>
          <a:xfrm>
            <a:off x="530352" y="5638290"/>
            <a:ext cx="11149242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8039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1480" y="722376"/>
            <a:ext cx="10762488" cy="545896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90000"/>
              </a:lnSpc>
              <a:buNone/>
              <a:defRPr lang="en-US" sz="7200" cap="all" baseline="0" dirty="0">
                <a:latin typeface="+mj-lt"/>
              </a:defRPr>
            </a:lvl1pPr>
            <a:lvl2pPr marL="457200" indent="0">
              <a:lnSpc>
                <a:spcPct val="90000"/>
              </a:lnSpc>
              <a:buNone/>
              <a:defRPr lang="en-US" sz="6600" cap="all" baseline="0" dirty="0">
                <a:latin typeface="+mj-lt"/>
              </a:defRPr>
            </a:lvl2pPr>
            <a:lvl3pPr marL="914400" indent="0">
              <a:lnSpc>
                <a:spcPct val="90000"/>
              </a:lnSpc>
              <a:buNone/>
              <a:defRPr lang="en-US" sz="6000" cap="all" baseline="0" dirty="0">
                <a:latin typeface="+mj-lt"/>
              </a:defRPr>
            </a:lvl3pPr>
            <a:lvl4pPr marL="1371600" indent="0">
              <a:lnSpc>
                <a:spcPct val="90000"/>
              </a:lnSpc>
              <a:buNone/>
              <a:defRPr lang="en-US" sz="6000" cap="all" baseline="0" dirty="0">
                <a:latin typeface="+mj-lt"/>
              </a:defRPr>
            </a:lvl4pPr>
            <a:lvl5pPr marL="1828800" indent="0">
              <a:lnSpc>
                <a:spcPct val="90000"/>
              </a:lnSpc>
              <a:buNone/>
              <a:defRPr lang="en-US" sz="6000" cap="all" baseline="0" dirty="0"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4B05AAB-D167-637A-451A-510AF3173A7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28B3CFC-5715-1685-A039-A3162E1A6D0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8211E3-7798-4C1B-A8B7-1D4CC8744C3E}" type="datetime1">
              <a:rPr lang="en-US" smtClean="0"/>
              <a:t>6/2/2026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5256ABD-1750-68C8-B3DD-DDDA3342C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D84031F-D6BF-4677-B12E-7D8B88BA70F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7C0A4E9-267E-8FCC-AB27-70F0E33E2D79}"/>
              </a:ext>
            </a:extLst>
          </p:cNvPr>
          <p:cNvCxnSpPr>
            <a:cxnSpLocks/>
          </p:cNvCxnSpPr>
          <p:nvPr/>
        </p:nvCxnSpPr>
        <p:spPr>
          <a:xfrm>
            <a:off x="530352" y="533400"/>
            <a:ext cx="1112824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A1B5A9-A34C-A393-09C0-174C561F5FBF}"/>
              </a:ext>
            </a:extLst>
          </p:cNvPr>
          <p:cNvCxnSpPr>
            <a:cxnSpLocks/>
          </p:cNvCxnSpPr>
          <p:nvPr/>
        </p:nvCxnSpPr>
        <p:spPr>
          <a:xfrm>
            <a:off x="530352" y="6324600"/>
            <a:ext cx="1112824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9496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0415" y="717754"/>
            <a:ext cx="10758791" cy="5458159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buNone/>
              <a:defRPr lang="en-US" sz="7200" b="0" cap="all" baseline="0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lnSpc>
                <a:spcPct val="90000"/>
              </a:lnSpc>
              <a:spcBef>
                <a:spcPts val="1000"/>
              </a:spcBef>
              <a:buNone/>
              <a:defRPr lang="en-US" sz="6600" b="0" cap="all" baseline="0" dirty="0">
                <a:solidFill>
                  <a:schemeClr val="accent1"/>
                </a:solidFill>
                <a:latin typeface="+mj-lt"/>
              </a:defRPr>
            </a:lvl2pPr>
            <a:lvl3pPr marL="914400" indent="0">
              <a:lnSpc>
                <a:spcPct val="90000"/>
              </a:lnSpc>
              <a:spcBef>
                <a:spcPts val="1000"/>
              </a:spcBef>
              <a:buNone/>
              <a:defRPr lang="en-US" sz="6000" b="0" cap="all" baseline="0" dirty="0">
                <a:solidFill>
                  <a:schemeClr val="accent1"/>
                </a:solidFill>
                <a:latin typeface="+mj-lt"/>
              </a:defRPr>
            </a:lvl3pPr>
            <a:lvl4pPr marL="1371600" indent="0">
              <a:lnSpc>
                <a:spcPct val="90000"/>
              </a:lnSpc>
              <a:spcBef>
                <a:spcPts val="1000"/>
              </a:spcBef>
              <a:buNone/>
              <a:defRPr lang="en-US" sz="6000" b="0" cap="all" baseline="0" dirty="0">
                <a:solidFill>
                  <a:schemeClr val="accent1"/>
                </a:solidFill>
                <a:latin typeface="+mj-lt"/>
              </a:defRPr>
            </a:lvl4pPr>
            <a:lvl5pPr marL="1828800" indent="0">
              <a:lnSpc>
                <a:spcPct val="90000"/>
              </a:lnSpc>
              <a:spcBef>
                <a:spcPts val="1000"/>
              </a:spcBef>
              <a:buNone/>
              <a:defRPr lang="en-US" sz="6000" b="0" cap="all" baseline="0" dirty="0">
                <a:solidFill>
                  <a:schemeClr val="accent1"/>
                </a:solidFill>
                <a:latin typeface="+mj-lt"/>
              </a:defRPr>
            </a:lvl5pPr>
          </a:lstStyle>
          <a:p>
            <a:pPr marL="228600" lvl="0" indent="-228600">
              <a:lnSpc>
                <a:spcPct val="90000"/>
              </a:lnSpc>
              <a:spcBef>
                <a:spcPct val="0"/>
              </a:spcBef>
            </a:pPr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9B1FA-A3A2-4EEE-AC52-74345FF796E0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21C58F-32A5-353B-47A2-C43DAAB8F254}"/>
              </a:ext>
            </a:extLst>
          </p:cNvPr>
          <p:cNvCxnSpPr>
            <a:cxnSpLocks/>
          </p:cNvCxnSpPr>
          <p:nvPr/>
        </p:nvCxnSpPr>
        <p:spPr>
          <a:xfrm>
            <a:off x="530352" y="530352"/>
            <a:ext cx="11128248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A1B5A9-A34C-A393-09C0-174C561F5FBF}"/>
              </a:ext>
            </a:extLst>
          </p:cNvPr>
          <p:cNvCxnSpPr>
            <a:cxnSpLocks/>
          </p:cNvCxnSpPr>
          <p:nvPr/>
        </p:nvCxnSpPr>
        <p:spPr>
          <a:xfrm>
            <a:off x="530352" y="6324600"/>
            <a:ext cx="11128248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50706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50490" y="1828806"/>
            <a:ext cx="9291020" cy="3132569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5400" b="0">
                <a:solidFill>
                  <a:schemeClr val="accent1"/>
                </a:solidFill>
              </a:defRPr>
            </a:lvl1pPr>
            <a:lvl2pPr marL="228600" indent="0" algn="ctr">
              <a:lnSpc>
                <a:spcPct val="100000"/>
              </a:lnSpc>
              <a:buNone/>
              <a:defRPr sz="4800" b="0">
                <a:solidFill>
                  <a:schemeClr val="accent1"/>
                </a:solidFill>
              </a:defRPr>
            </a:lvl2pPr>
            <a:lvl3pPr marL="457200" indent="0" algn="ctr">
              <a:lnSpc>
                <a:spcPct val="100000"/>
              </a:lnSpc>
              <a:buNone/>
              <a:defRPr sz="4400" b="0">
                <a:solidFill>
                  <a:schemeClr val="accent1"/>
                </a:solidFill>
              </a:defRPr>
            </a:lvl3pPr>
            <a:lvl4pPr marL="685800" indent="0" algn="ctr">
              <a:lnSpc>
                <a:spcPct val="100000"/>
              </a:lnSpc>
              <a:buNone/>
              <a:defRPr sz="4000" b="0">
                <a:solidFill>
                  <a:schemeClr val="accent1"/>
                </a:solidFill>
              </a:defRPr>
            </a:lvl4pPr>
            <a:lvl5pPr marL="914400" indent="0" algn="ctr">
              <a:lnSpc>
                <a:spcPct val="100000"/>
              </a:lnSpc>
              <a:buNone/>
              <a:defRPr sz="3600" b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0E27F-4DA4-4250-AB3F-755F95A702F0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9661B65-925C-C474-4671-6B5CBEB80093}"/>
              </a:ext>
            </a:extLst>
          </p:cNvPr>
          <p:cNvCxnSpPr>
            <a:cxnSpLocks/>
          </p:cNvCxnSpPr>
          <p:nvPr/>
        </p:nvCxnSpPr>
        <p:spPr>
          <a:xfrm>
            <a:off x="1405629" y="1164266"/>
            <a:ext cx="9386681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9AEB70E-85D7-3389-E0B5-B0953E3D035D}"/>
              </a:ext>
            </a:extLst>
          </p:cNvPr>
          <p:cNvCxnSpPr>
            <a:cxnSpLocks/>
          </p:cNvCxnSpPr>
          <p:nvPr/>
        </p:nvCxnSpPr>
        <p:spPr>
          <a:xfrm>
            <a:off x="1399690" y="5693732"/>
            <a:ext cx="9386681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06221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9764" y="5486400"/>
            <a:ext cx="9472473" cy="939691"/>
          </a:xfrm>
        </p:spPr>
        <p:txBody>
          <a:bodyPr anchor="ctr">
            <a:normAutofit/>
          </a:bodyPr>
          <a:lstStyle>
            <a:lvl1pPr marL="137160" indent="-137160" algn="ctr">
              <a:lnSpc>
                <a:spcPct val="100000"/>
              </a:lnSpc>
              <a:defRPr sz="1800" cap="all" baseline="0"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59761" y="667511"/>
            <a:ext cx="9413534" cy="4010998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4400" b="0" cap="none" spc="50" baseline="0">
                <a:solidFill>
                  <a:schemeClr val="accent1"/>
                </a:solidFill>
                <a:latin typeface="+mn-lt"/>
              </a:defRPr>
            </a:lvl1pPr>
            <a:lvl2pPr marL="228600" indent="0" algn="ctr">
              <a:lnSpc>
                <a:spcPct val="100000"/>
              </a:lnSpc>
              <a:buNone/>
              <a:defRPr sz="4000" b="0" cap="none" spc="50" baseline="0">
                <a:solidFill>
                  <a:schemeClr val="accent1"/>
                </a:solidFill>
                <a:latin typeface="+mn-lt"/>
              </a:defRPr>
            </a:lvl2pPr>
            <a:lvl3pPr marL="457200" indent="0" algn="ctr">
              <a:lnSpc>
                <a:spcPct val="100000"/>
              </a:lnSpc>
              <a:buNone/>
              <a:defRPr sz="3600" b="0" cap="none" spc="50" baseline="0">
                <a:solidFill>
                  <a:schemeClr val="accent1"/>
                </a:solidFill>
                <a:latin typeface="+mn-lt"/>
              </a:defRPr>
            </a:lvl3pPr>
            <a:lvl4pPr marL="685800" indent="0" algn="ctr">
              <a:lnSpc>
                <a:spcPct val="100000"/>
              </a:lnSpc>
              <a:buNone/>
              <a:defRPr sz="3200" b="0" cap="none" spc="50" baseline="0">
                <a:solidFill>
                  <a:schemeClr val="accent1"/>
                </a:solidFill>
                <a:latin typeface="+mn-lt"/>
              </a:defRPr>
            </a:lvl4pPr>
            <a:lvl5pPr marL="914400" indent="0" algn="ctr">
              <a:lnSpc>
                <a:spcPct val="100000"/>
              </a:lnSpc>
              <a:buNone/>
              <a:defRPr sz="2800" b="0" cap="none" spc="50" baseline="0">
                <a:solidFill>
                  <a:schemeClr val="accent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8922A5-1A25-C2CB-DB6C-A2CCA7E6E6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AB04756-BB80-4C64-D871-0ADC3A7778F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81718C3-C21D-4CB2-9429-434651DA51E0}" type="datetime1">
              <a:rPr lang="en-US" smtClean="0"/>
              <a:t>6/2/2026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EF70E65-4C3D-A600-1367-6FBA2FDDE55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95B307-0002-4F55-5801-73F564B37804}"/>
              </a:ext>
            </a:extLst>
          </p:cNvPr>
          <p:cNvCxnSpPr>
            <a:cxnSpLocks/>
          </p:cNvCxnSpPr>
          <p:nvPr/>
        </p:nvCxnSpPr>
        <p:spPr>
          <a:xfrm>
            <a:off x="1399690" y="5178692"/>
            <a:ext cx="9386681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34416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1" y="5422793"/>
            <a:ext cx="8849802" cy="763321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defRPr sz="20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5047" y="364321"/>
            <a:ext cx="8983395" cy="4379976"/>
          </a:xfrm>
        </p:spPr>
        <p:txBody>
          <a:bodyPr anchor="t">
            <a:normAutofit/>
          </a:bodyPr>
          <a:lstStyle>
            <a:lvl1pPr marL="137160" indent="-137160">
              <a:lnSpc>
                <a:spcPct val="100000"/>
              </a:lnSpc>
              <a:buNone/>
              <a:defRPr sz="5400" b="0" cap="none" spc="50" baseline="0">
                <a:solidFill>
                  <a:schemeClr val="accent1"/>
                </a:solidFill>
                <a:latin typeface="+mn-lt"/>
              </a:defRPr>
            </a:lvl1pPr>
            <a:lvl2pPr marL="228600" indent="0">
              <a:buNone/>
              <a:defRPr sz="1600" b="0" cap="all" spc="50" baseline="0">
                <a:solidFill>
                  <a:schemeClr val="tx1"/>
                </a:solidFill>
                <a:latin typeface="+mj-lt"/>
              </a:defRPr>
            </a:lvl2pPr>
            <a:lvl3pPr marL="457200" indent="0">
              <a:buNone/>
              <a:defRPr sz="1400" b="0" cap="all" spc="50" baseline="0">
                <a:solidFill>
                  <a:schemeClr val="tx1"/>
                </a:solidFill>
                <a:latin typeface="+mj-lt"/>
              </a:defRPr>
            </a:lvl3pPr>
            <a:lvl4pPr marL="685800" indent="0">
              <a:buNone/>
              <a:defRPr sz="1200" b="0" cap="all" spc="50" baseline="0">
                <a:solidFill>
                  <a:schemeClr val="tx1"/>
                </a:solidFill>
                <a:latin typeface="+mj-lt"/>
              </a:defRPr>
            </a:lvl4pPr>
            <a:lvl5pPr marL="914400" indent="0">
              <a:buNone/>
              <a:defRPr sz="1100" b="0" cap="all" spc="50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B573913-DF3D-A336-7766-2F2A4077FA2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2574524-6D35-F65F-291D-C661BC2839A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F484BAB-BC70-496F-BE5F-77C3800258C1}" type="datetime1">
              <a:rPr lang="en-US" smtClean="0"/>
              <a:t>6/2/2026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51DEE08-81D7-3436-67E0-35E4159750B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1234A2-3E92-F2E2-45A7-60E39396715E}"/>
              </a:ext>
            </a:extLst>
          </p:cNvPr>
          <p:cNvCxnSpPr>
            <a:cxnSpLocks/>
          </p:cNvCxnSpPr>
          <p:nvPr/>
        </p:nvCxnSpPr>
        <p:spPr>
          <a:xfrm>
            <a:off x="530352" y="5184424"/>
            <a:ext cx="11142182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2847D-BCD1-DEA8-DC65-258A4946768E}"/>
              </a:ext>
            </a:extLst>
          </p:cNvPr>
          <p:cNvCxnSpPr>
            <a:cxnSpLocks/>
          </p:cNvCxnSpPr>
          <p:nvPr/>
        </p:nvCxnSpPr>
        <p:spPr>
          <a:xfrm>
            <a:off x="530352" y="6326367"/>
            <a:ext cx="1115568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6076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0302" y="5345083"/>
            <a:ext cx="10243537" cy="847899"/>
          </a:xfrm>
        </p:spPr>
        <p:txBody>
          <a:bodyPr anchor="ctr">
            <a:normAutofit/>
          </a:bodyPr>
          <a:lstStyle>
            <a:lvl1pPr marL="137160" indent="-137160" algn="ctr">
              <a:lnSpc>
                <a:spcPct val="110000"/>
              </a:lnSpc>
              <a:defRPr sz="1800" cap="none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30303" y="951364"/>
            <a:ext cx="10243536" cy="379437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400" b="0" cap="all" spc="50" baseline="0">
                <a:solidFill>
                  <a:schemeClr val="tx1"/>
                </a:solidFill>
                <a:latin typeface="+mj-lt"/>
              </a:defRPr>
            </a:lvl1pPr>
            <a:lvl2pPr marL="228600" indent="0">
              <a:buNone/>
              <a:defRPr sz="4400" b="0" cap="all" spc="50" baseline="0">
                <a:solidFill>
                  <a:schemeClr val="accent1"/>
                </a:solidFill>
                <a:latin typeface="+mj-lt"/>
              </a:defRPr>
            </a:lvl2pPr>
            <a:lvl3pPr marL="457200" indent="0">
              <a:buNone/>
              <a:defRPr sz="4400" b="0" cap="all" spc="50" baseline="0">
                <a:solidFill>
                  <a:schemeClr val="accent1"/>
                </a:solidFill>
                <a:latin typeface="+mj-lt"/>
              </a:defRPr>
            </a:lvl3pPr>
            <a:lvl4pPr marL="685800" indent="0">
              <a:buNone/>
              <a:defRPr sz="4400" b="0" cap="all" spc="50" baseline="0">
                <a:solidFill>
                  <a:schemeClr val="accent1"/>
                </a:solidFill>
                <a:latin typeface="+mj-lt"/>
              </a:defRPr>
            </a:lvl4pPr>
            <a:lvl5pPr marL="914400" indent="0">
              <a:buNone/>
              <a:defRPr sz="4400" b="0" cap="all" spc="50" baseline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940F-B015-464A-92BD-FC8709C093C5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6050A9D-B7C5-F464-79AD-0740B311B072}"/>
              </a:ext>
            </a:extLst>
          </p:cNvPr>
          <p:cNvCxnSpPr>
            <a:cxnSpLocks/>
          </p:cNvCxnSpPr>
          <p:nvPr/>
        </p:nvCxnSpPr>
        <p:spPr>
          <a:xfrm>
            <a:off x="524909" y="533400"/>
            <a:ext cx="11142182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1234A2-3E92-F2E2-45A7-60E39396715E}"/>
              </a:ext>
            </a:extLst>
          </p:cNvPr>
          <p:cNvCxnSpPr>
            <a:cxnSpLocks/>
          </p:cNvCxnSpPr>
          <p:nvPr/>
        </p:nvCxnSpPr>
        <p:spPr>
          <a:xfrm>
            <a:off x="516418" y="5184424"/>
            <a:ext cx="11142182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8BEE7C-4A94-0B15-16EB-46B45E9C057E}"/>
              </a:ext>
            </a:extLst>
          </p:cNvPr>
          <p:cNvCxnSpPr>
            <a:cxnSpLocks/>
          </p:cNvCxnSpPr>
          <p:nvPr/>
        </p:nvCxnSpPr>
        <p:spPr>
          <a:xfrm>
            <a:off x="507928" y="6324600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7888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4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9764" y="5430743"/>
            <a:ext cx="9472473" cy="704081"/>
          </a:xfrm>
        </p:spPr>
        <p:txBody>
          <a:bodyPr anchor="ctr">
            <a:normAutofit/>
          </a:bodyPr>
          <a:lstStyle>
            <a:lvl1pPr marL="137160" indent="-137160" algn="ctr">
              <a:lnSpc>
                <a:spcPct val="100000"/>
              </a:lnSpc>
              <a:defRPr sz="18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59761" y="1081377"/>
            <a:ext cx="9413534" cy="359713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4400" b="0" cap="none" spc="50" baseline="0">
                <a:solidFill>
                  <a:schemeClr val="tx1"/>
                </a:solidFill>
                <a:latin typeface="+mn-lt"/>
              </a:defRPr>
            </a:lvl1pPr>
            <a:lvl2pPr marL="228600" indent="0" algn="ctr">
              <a:lnSpc>
                <a:spcPct val="100000"/>
              </a:lnSpc>
              <a:buNone/>
              <a:defRPr sz="4000" b="0" cap="none" spc="50" baseline="0">
                <a:solidFill>
                  <a:schemeClr val="accent1"/>
                </a:solidFill>
                <a:latin typeface="+mn-lt"/>
              </a:defRPr>
            </a:lvl2pPr>
            <a:lvl3pPr marL="457200" indent="0" algn="ctr">
              <a:lnSpc>
                <a:spcPct val="100000"/>
              </a:lnSpc>
              <a:buNone/>
              <a:defRPr sz="3600" b="0" cap="none" spc="50" baseline="0">
                <a:solidFill>
                  <a:schemeClr val="accent1"/>
                </a:solidFill>
                <a:latin typeface="+mn-lt"/>
              </a:defRPr>
            </a:lvl3pPr>
            <a:lvl4pPr marL="685800" indent="0" algn="ctr">
              <a:lnSpc>
                <a:spcPct val="100000"/>
              </a:lnSpc>
              <a:buNone/>
              <a:defRPr sz="3200" b="0" cap="none" spc="50" baseline="0">
                <a:solidFill>
                  <a:schemeClr val="accent1"/>
                </a:solidFill>
                <a:latin typeface="+mn-lt"/>
              </a:defRPr>
            </a:lvl4pPr>
            <a:lvl5pPr marL="914400" indent="0" algn="ctr">
              <a:lnSpc>
                <a:spcPct val="100000"/>
              </a:lnSpc>
              <a:buNone/>
              <a:defRPr sz="2800" b="0" cap="none" spc="50" baseline="0">
                <a:solidFill>
                  <a:schemeClr val="accent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6C2023-0583-4B96-882C-68D22DCD46B6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D77A43-F5D0-235F-35F0-CBDFCF048764}"/>
              </a:ext>
            </a:extLst>
          </p:cNvPr>
          <p:cNvCxnSpPr>
            <a:cxnSpLocks/>
          </p:cNvCxnSpPr>
          <p:nvPr/>
        </p:nvCxnSpPr>
        <p:spPr>
          <a:xfrm>
            <a:off x="530352" y="530352"/>
            <a:ext cx="1115916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577989-BB5F-9AF1-A65F-3B2D0FDB6368}"/>
              </a:ext>
            </a:extLst>
          </p:cNvPr>
          <p:cNvCxnSpPr>
            <a:cxnSpLocks/>
          </p:cNvCxnSpPr>
          <p:nvPr/>
        </p:nvCxnSpPr>
        <p:spPr>
          <a:xfrm>
            <a:off x="530352" y="5180630"/>
            <a:ext cx="1115916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066E7AB-929A-6900-35D9-F1C66399874C}"/>
              </a:ext>
            </a:extLst>
          </p:cNvPr>
          <p:cNvCxnSpPr>
            <a:cxnSpLocks/>
          </p:cNvCxnSpPr>
          <p:nvPr/>
        </p:nvCxnSpPr>
        <p:spPr>
          <a:xfrm>
            <a:off x="530352" y="6324600"/>
            <a:ext cx="1115916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717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365760"/>
            <a:ext cx="11239498" cy="9144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B8DBCC-227D-BB0A-7CD5-02D66CF1874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9100" y="1714500"/>
            <a:ext cx="5305425" cy="43894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BB7E01-A7E6-1882-4E9B-8EABAF71F96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45936" y="1719072"/>
            <a:ext cx="5321808" cy="43905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A9F1-814E-44B0-83E3-9DA02F3C243F}" type="datetime1">
              <a:rPr lang="en-US" smtClean="0"/>
              <a:t>6/2/2026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90608C5-C55C-14AC-C8E9-7F0530018CE5}"/>
              </a:ext>
            </a:extLst>
          </p:cNvPr>
          <p:cNvCxnSpPr>
            <a:cxnSpLocks/>
          </p:cNvCxnSpPr>
          <p:nvPr/>
        </p:nvCxnSpPr>
        <p:spPr>
          <a:xfrm>
            <a:off x="533400" y="1357303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01398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mparis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365760"/>
            <a:ext cx="11256264" cy="9144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9FF10-A82A-AAEB-4B8C-921F3BA20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048" y="1490472"/>
            <a:ext cx="5321808" cy="64290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FD932-A581-1A49-7FAF-0FED2E2BC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9100" y="2212975"/>
            <a:ext cx="5303838" cy="38925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627A15-4AB2-F230-22C7-0605AFD7D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1490472"/>
            <a:ext cx="5321808" cy="64290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554404BD-8F2F-278E-C00B-3F1B1DE8CF2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45238" y="2212975"/>
            <a:ext cx="5321808" cy="38925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15078-AEDD-4B5A-AC6A-C8F87F9646E7}" type="datetime1">
              <a:rPr lang="en-US" smtClean="0"/>
              <a:t>6/2/2026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90608C5-C55C-14AC-C8E9-7F0530018CE5}"/>
              </a:ext>
            </a:extLst>
          </p:cNvPr>
          <p:cNvCxnSpPr>
            <a:cxnSpLocks/>
          </p:cNvCxnSpPr>
          <p:nvPr/>
        </p:nvCxnSpPr>
        <p:spPr>
          <a:xfrm>
            <a:off x="530352" y="1357303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80131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695F-5E74-A380-8592-35FB6FC77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C6149D-58D4-7497-818C-CF30244A2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8D2567-C532-BD45-FA85-03DBE3B3C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B2758D-8EE6-4CC5-A170-BE9501D7BCFF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C0E491-56EB-F527-8A63-FBEEE6196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94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E9D82C-4607-0C9D-F241-D35DBEFEF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DCFCC5-7F8E-F549-57BA-7303E9F17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B484E-FEE6-4572-A5E5-40AFA2254CF8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7BEB6A-C028-DA7D-C516-2F1316F03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0972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2BEA7-A772-B39C-F049-D8BA2D3F4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36" y="694943"/>
            <a:ext cx="3915473" cy="1325880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5693C4-36AD-07F9-763E-EE5FC9DFB1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3072" y="2057400"/>
            <a:ext cx="3932237" cy="417690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B4614-4148-D757-88D0-D93E5E1EA1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694943"/>
            <a:ext cx="6483096" cy="5539363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ADC46-B01E-DA2E-F24C-C48F5253D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1A6063-F591-A804-79FE-A80AD399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7FC195-9048-4969-9920-6939BE28AE8D}" type="datetime1">
              <a:rPr lang="en-US" smtClean="0"/>
              <a:t>6/2/2026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EFF439-6DA2-A61B-C94C-BEDC2411D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4952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EFA5E-0A3D-E6AD-3C21-DC40BCDEC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1" y="694944"/>
            <a:ext cx="3526816" cy="1711825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A8418-7980-9A18-053B-82E4F16EBD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5389" y="2508261"/>
            <a:ext cx="3520528" cy="372794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6F9F06-BE63-8EE7-74C5-6D0E3F9B7571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419600" y="533400"/>
            <a:ext cx="7239000" cy="5791199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F485A3-3BFA-4B57-F6E5-5F41542B7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0AC9F0-6744-73C8-54FC-5C12BA7BF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E6180-3A1B-4424-AB9F-671C4EBC0A2E}" type="datetime1">
              <a:rPr lang="en-US" smtClean="0"/>
              <a:t>6/2/2026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AB9F6-C801-466A-4C39-23DCB1CD5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24215D5-0C4C-2E49-3A06-C65652576A64}"/>
              </a:ext>
            </a:extLst>
          </p:cNvPr>
          <p:cNvCxnSpPr>
            <a:cxnSpLocks/>
          </p:cNvCxnSpPr>
          <p:nvPr/>
        </p:nvCxnSpPr>
        <p:spPr>
          <a:xfrm>
            <a:off x="533400" y="533400"/>
            <a:ext cx="35037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07575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541942"/>
            <a:ext cx="11256264" cy="2225185"/>
          </a:xfrm>
        </p:spPr>
        <p:txBody>
          <a:bodyPr anchor="b">
            <a:normAutofit/>
          </a:bodyPr>
          <a:lstStyle>
            <a:lvl1pPr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099" y="3423301"/>
            <a:ext cx="11239499" cy="290129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457200" indent="0">
              <a:buNone/>
              <a:defRPr lang="en-US" dirty="0"/>
            </a:lvl2pPr>
            <a:lvl3pPr marL="914400" indent="0">
              <a:buNone/>
              <a:defRPr lang="en-US" dirty="0"/>
            </a:lvl3pPr>
            <a:lvl4pPr marL="1371600" indent="0">
              <a:buNone/>
              <a:defRPr lang="en-US" dirty="0"/>
            </a:lvl4pPr>
            <a:lvl5pPr marL="18288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22330-A382-475A-8519-6A39191EC88E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FD55B63-1406-DAD2-DBAB-BD87EA2FB540}"/>
              </a:ext>
            </a:extLst>
          </p:cNvPr>
          <p:cNvCxnSpPr>
            <a:cxnSpLocks/>
          </p:cNvCxnSpPr>
          <p:nvPr/>
        </p:nvCxnSpPr>
        <p:spPr>
          <a:xfrm>
            <a:off x="533400" y="2978854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952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1836238"/>
            <a:ext cx="11256264" cy="2512732"/>
          </a:xfrm>
        </p:spPr>
        <p:txBody>
          <a:bodyPr anchor="b">
            <a:normAutofit/>
          </a:bodyPr>
          <a:lstStyle>
            <a:lvl1pPr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099" y="4834052"/>
            <a:ext cx="11239499" cy="1405479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2000" dirty="0"/>
            </a:lvl1pPr>
            <a:lvl2pPr marL="457200" indent="0">
              <a:buNone/>
              <a:defRPr lang="en-US" sz="1800" dirty="0"/>
            </a:lvl2pPr>
            <a:lvl3pPr marL="914400" indent="0">
              <a:buNone/>
              <a:defRPr lang="en-US" sz="1600" dirty="0"/>
            </a:lvl3pPr>
            <a:lvl4pPr marL="1371600" indent="0">
              <a:buNone/>
              <a:defRPr lang="en-US" sz="1400" dirty="0"/>
            </a:lvl4pPr>
            <a:lvl5pPr marL="18288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0DC0D-99C6-4F09-90C7-C0EC6E2F0A06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4031F-D6BF-4677-B12E-7D8B88BA70F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899B98-11E6-7DB0-F79E-50A541026355}"/>
              </a:ext>
            </a:extLst>
          </p:cNvPr>
          <p:cNvCxnSpPr>
            <a:cxnSpLocks/>
          </p:cNvCxnSpPr>
          <p:nvPr/>
        </p:nvCxnSpPr>
        <p:spPr>
          <a:xfrm>
            <a:off x="533400" y="4531625"/>
            <a:ext cx="11125198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21051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8916C8C-4316-E510-1962-E944B3382B43}"/>
              </a:ext>
            </a:extLst>
          </p:cNvPr>
          <p:cNvCxnSpPr>
            <a:cxnSpLocks/>
          </p:cNvCxnSpPr>
          <p:nvPr/>
        </p:nvCxnSpPr>
        <p:spPr>
          <a:xfrm>
            <a:off x="530352" y="533400"/>
            <a:ext cx="111252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78947-1D67-18A4-7E48-5B4B2F97F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83" y="691868"/>
            <a:ext cx="11243617" cy="90113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E08CA-9517-ABC1-E915-31EA6D7B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7640" y="1754753"/>
            <a:ext cx="11240960" cy="4411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983D-E783-AAEC-26DB-4B3F6511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4857" y="6426091"/>
            <a:ext cx="46887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alpha val="60000"/>
                  </a:schemeClr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4426-0A97-D20B-FD06-9648AED77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846205" y="6426091"/>
            <a:ext cx="332763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alpha val="60000"/>
                  </a:schemeClr>
                </a:solidFill>
              </a:defRPr>
            </a:lvl1pPr>
          </a:lstStyle>
          <a:p>
            <a:fld id="{ECD290D4-E5CF-428F-801F-3741FA4FB792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13386-8E2A-2962-4804-81558038B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66187" y="6426091"/>
            <a:ext cx="6031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alpha val="60000"/>
                  </a:schemeClr>
                </a:solidFill>
              </a:defRPr>
            </a:lvl1pPr>
          </a:lstStyle>
          <a:p>
            <a:fld id="{DD84031F-D6BF-4677-B12E-7D8B88BA70F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732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84">
          <p15:clr>
            <a:srgbClr val="F26B43"/>
          </p15:clr>
        </p15:guide>
        <p15:guide id="2" pos="4128">
          <p15:clr>
            <a:srgbClr val="F26B43"/>
          </p15:clr>
        </p15:guide>
        <p15:guide id="3" pos="3456">
          <p15:clr>
            <a:srgbClr val="F26B43"/>
          </p15:clr>
        </p15:guide>
        <p15:guide id="4" pos="2784">
          <p15:clr>
            <a:srgbClr val="F26B43"/>
          </p15:clr>
        </p15:guide>
        <p15:guide id="5" pos="336">
          <p15:clr>
            <a:srgbClr val="F26B43"/>
          </p15:clr>
        </p15:guide>
        <p15:guide id="6" pos="7344">
          <p15:clr>
            <a:srgbClr val="F26B43"/>
          </p15:clr>
        </p15:guide>
        <p15:guide id="7" orient="horz" pos="336">
          <p15:clr>
            <a:srgbClr val="F26B43"/>
          </p15:clr>
        </p15:guide>
        <p15:guide id="8" pos="264">
          <p15:clr>
            <a:srgbClr val="F26B43"/>
          </p15:clr>
        </p15:guide>
        <p15:guide id="9" pos="4800">
          <p15:clr>
            <a:srgbClr val="F26B43"/>
          </p15:clr>
        </p15:guide>
        <p15:guide id="10" pos="2112">
          <p15:clr>
            <a:srgbClr val="F26B43"/>
          </p15:clr>
        </p15:guide>
        <p15:guide id="11" pos="547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2DAFD-8F1E-4112-BC38-0AB3B3911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1C357-0247-6205-7A55-6F56C1CD37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  <p:pic>
        <p:nvPicPr>
          <p:cNvPr id="10" name="Picture Placeholder 9" descr="A bridge over water with rocks and a sandy beach&#10;&#10;AI-generated content may be incorrect.">
            <a:extLst>
              <a:ext uri="{FF2B5EF4-FFF2-40B4-BE49-F238E27FC236}">
                <a16:creationId xmlns:a16="http://schemas.microsoft.com/office/drawing/2014/main" id="{922DFC6F-D316-1A06-90C5-87AC1F28367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29289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206984"/>
      </p:ext>
    </p:extLst>
  </p:cSld>
  <p:clrMapOvr>
    <a:masterClrMapping/>
  </p:clrMapOvr>
</p:sld>
</file>

<file path=ppt/theme/theme1.xml><?xml version="1.0" encoding="utf-8"?>
<a:theme xmlns:a="http://schemas.openxmlformats.org/drawingml/2006/main" name="Lines">
  <a:themeElements>
    <a:clrScheme name="Lines">
      <a:dk1>
        <a:srgbClr val="0F0F0F"/>
      </a:dk1>
      <a:lt1>
        <a:sysClr val="window" lastClr="FFFFFF"/>
      </a:lt1>
      <a:dk2>
        <a:srgbClr val="0A242A"/>
      </a:dk2>
      <a:lt2>
        <a:srgbClr val="F5F2ED"/>
      </a:lt2>
      <a:accent1>
        <a:srgbClr val="E45730"/>
      </a:accent1>
      <a:accent2>
        <a:srgbClr val="27717D"/>
      </a:accent2>
      <a:accent3>
        <a:srgbClr val="8CA8B5"/>
      </a:accent3>
      <a:accent4>
        <a:srgbClr val="607381"/>
      </a:accent4>
      <a:accent5>
        <a:srgbClr val="A39990"/>
      </a:accent5>
      <a:accent6>
        <a:srgbClr val="BA3106"/>
      </a:accent6>
      <a:hlink>
        <a:srgbClr val="E45730"/>
      </a:hlink>
      <a:folHlink>
        <a:srgbClr val="24717F"/>
      </a:folHlink>
    </a:clrScheme>
    <a:fontScheme name="Univers Condensed Arial Light">
      <a:majorFont>
        <a:latin typeface="Univers Condensed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Lines" id="{656B2F94-71EE-4F5F-8AB6-423A33239BAD}" vid="{CD481196-1649-4740-8CB7-70D8662C6A2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DDFC564-B38B-4437-B10C-2B4F696FB12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EA6ECCF-1C9D-4352-BA6F-79122165958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8251039-0B1C-45AD-BDF3-E784F1E00F4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Lines</Template>
  <TotalTime>0</TotalTime>
  <Words>4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Lines</vt:lpstr>
      <vt:lpstr>Presentation title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created xsi:type="dcterms:W3CDTF">2026-06-01T16:41:25Z</dcterms:created>
  <dcterms:modified xsi:type="dcterms:W3CDTF">2026-06-02T10:44:33Z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